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Lato"/>
      <p:regular r:id="rId22"/>
      <p:bold r:id="rId23"/>
      <p:italic r:id="rId24"/>
      <p:boldItalic r:id="rId25"/>
    </p:embeddedFont>
    <p:embeddedFont>
      <p:font typeface="Montserrat"/>
      <p:bold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Sor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i+20rxxALyJuuMSe9H9cM+hKqt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Sora-bold.fntdata"/><Relationship Id="rId10" Type="http://schemas.openxmlformats.org/officeDocument/2006/relationships/slide" Target="slides/slide5.xml"/><Relationship Id="rId32" Type="http://schemas.openxmlformats.org/officeDocument/2006/relationships/font" Target="fonts/Sor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82f700d77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a82f700d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82f700d77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a82f700d7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93229af5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a93229af5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a93229af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a93229af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21252b5fbe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21252b5fbe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8ee90ec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98ee90ec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995aa1e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a995aa1e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93229af5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a93229af5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3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53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53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53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53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4" name="Google Shape;14;p53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" name="Google Shape;15;p53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53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7" name="Google Shape;17;p53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8" name="Google Shape;18;p53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53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0" name="Google Shape;20;p53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1" name="Google Shape;21;p53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22" name="Google Shape;22;p53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53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3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73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73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73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" name="Google Shape;30;p73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1" name="Google Shape;31;p73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32" name="Google Shape;32;p73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33" name="Google Shape;33;p73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4" name="Google Shape;34;p73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cxnSp>
          <p:nvCxnSpPr>
            <p:cNvPr id="35" name="Google Shape;35;p73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6" name="Google Shape;36;p73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7" name="Google Shape;37;p73"/>
          <p:cNvGrpSpPr/>
          <p:nvPr/>
        </p:nvGrpSpPr>
        <p:grpSpPr>
          <a:xfrm>
            <a:off x="8430782" y="-10174"/>
            <a:ext cx="568753" cy="4875334"/>
            <a:chOff x="8430782" y="-10174"/>
            <a:chExt cx="568753" cy="4875334"/>
          </a:xfrm>
        </p:grpSpPr>
        <p:grpSp>
          <p:nvGrpSpPr>
            <p:cNvPr id="38" name="Google Shape;38;p73"/>
            <p:cNvGrpSpPr/>
            <p:nvPr/>
          </p:nvGrpSpPr>
          <p:grpSpPr>
            <a:xfrm>
              <a:off x="8576588" y="4496316"/>
              <a:ext cx="422946" cy="368845"/>
              <a:chOff x="8576588" y="4496316"/>
              <a:chExt cx="422946" cy="368845"/>
            </a:xfrm>
          </p:grpSpPr>
          <p:sp>
            <p:nvSpPr>
              <p:cNvPr id="39" name="Google Shape;39;p73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73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" name="Google Shape;41;p73"/>
            <p:cNvGrpSpPr/>
            <p:nvPr/>
          </p:nvGrpSpPr>
          <p:grpSpPr>
            <a:xfrm>
              <a:off x="8430782" y="-10174"/>
              <a:ext cx="290110" cy="925970"/>
              <a:chOff x="8430782" y="3939191"/>
              <a:chExt cx="290110" cy="925970"/>
            </a:xfrm>
          </p:grpSpPr>
          <p:sp>
            <p:nvSpPr>
              <p:cNvPr id="42" name="Google Shape;42;p73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73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5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65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7" name="Google Shape;47;p65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48" name="Google Shape;48;p65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49" name="Google Shape;49;p6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65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53" name="Google Shape;53;p65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4" name="Google Shape;54;p65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7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7" name="Google Shape;57;p67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58" name="Google Shape;58;p67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9" name="Google Shape;59;p67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0" name="Google Shape;60;p67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1" name="Google Shape;61;p67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3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3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3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63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" name="Google Shape;68;p63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" name="Google Shape;69;p63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70" name="Google Shape;70;p6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71" name="Google Shape;71;p63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63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3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6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75" name="Google Shape;75;p6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6" name="Google Shape;76;p6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" name="Google Shape;79;p70"/>
          <p:cNvGrpSpPr/>
          <p:nvPr/>
        </p:nvGrpSpPr>
        <p:grpSpPr>
          <a:xfrm>
            <a:off x="8576588" y="4496316"/>
            <a:ext cx="422946" cy="368845"/>
            <a:chOff x="8576588" y="4496316"/>
            <a:chExt cx="422946" cy="368845"/>
          </a:xfrm>
        </p:grpSpPr>
        <p:sp>
          <p:nvSpPr>
            <p:cNvPr id="80" name="Google Shape;80;p70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0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82;p70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83" name="Google Shape;83;p70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4" name="Google Shape;84;p70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7" name="Google Shape;87;p72"/>
          <p:cNvGrpSpPr/>
          <p:nvPr/>
        </p:nvGrpSpPr>
        <p:grpSpPr>
          <a:xfrm>
            <a:off x="8430763" y="-12"/>
            <a:ext cx="422946" cy="368845"/>
            <a:chOff x="8576588" y="4496316"/>
            <a:chExt cx="422946" cy="368845"/>
          </a:xfrm>
        </p:grpSpPr>
        <p:sp>
          <p:nvSpPr>
            <p:cNvPr id="88" name="Google Shape;88;p72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2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72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91" name="Google Shape;91;p72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575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92" name="Google Shape;92;p72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7856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58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8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7" name="Google Shape;97;p58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98" name="Google Shape;98;p58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99" name="Google Shape;99;p58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0" name="Google Shape;100;p58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1" name="Google Shape;101;p58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2" name="Google Shape;102;p58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3" name="Google Shape;103;p58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4" name="Google Shape;104;p58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05" name="Google Shape;105;p58"/>
          <p:cNvGrpSpPr/>
          <p:nvPr/>
        </p:nvGrpSpPr>
        <p:grpSpPr>
          <a:xfrm>
            <a:off x="179243" y="1771891"/>
            <a:ext cx="400449" cy="2933145"/>
            <a:chOff x="7553711" y="-2334286"/>
            <a:chExt cx="455625" cy="3337291"/>
          </a:xfrm>
        </p:grpSpPr>
        <p:sp>
          <p:nvSpPr>
            <p:cNvPr id="106" name="Google Shape;106;p58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58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58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1" name="Google Shape;111;p71"/>
          <p:cNvGrpSpPr/>
          <p:nvPr/>
        </p:nvGrpSpPr>
        <p:grpSpPr>
          <a:xfrm>
            <a:off x="199188" y="123988"/>
            <a:ext cx="422946" cy="368845"/>
            <a:chOff x="8576588" y="4496316"/>
            <a:chExt cx="422946" cy="368845"/>
          </a:xfrm>
        </p:grpSpPr>
        <p:sp>
          <p:nvSpPr>
            <p:cNvPr id="112" name="Google Shape;112;p71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1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71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15" name="Google Shape;115;p71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9828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16" name="Google Shape;116;p71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7856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6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9" name="Google Shape;119;p56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0" name="Google Shape;120;p56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1" name="Google Shape;121;p56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122" name="Google Shape;122;p56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23" name="Google Shape;123;p56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24" name="Google Shape;124;p56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64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4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4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4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4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4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4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" name="Google Shape;134;p64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" name="Google Shape;135;p64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6" name="Google Shape;136;p64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7" name="Google Shape;137;p64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8" name="Google Shape;138;p64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39" name="Google Shape;139;p64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40" name="Google Shape;140;p64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41" name="Google Shape;141;p64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42" name="Google Shape;142;p64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143" name="Google Shape;143;p64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64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64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6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8" name="Google Shape;148;p66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9" name="Google Shape;149;p66"/>
          <p:cNvGrpSpPr/>
          <p:nvPr/>
        </p:nvGrpSpPr>
        <p:grpSpPr>
          <a:xfrm>
            <a:off x="-135425" y="-190387"/>
            <a:ext cx="9421725" cy="5232812"/>
            <a:chOff x="-135425" y="-190387"/>
            <a:chExt cx="9421725" cy="5232812"/>
          </a:xfrm>
        </p:grpSpPr>
        <p:cxnSp>
          <p:nvCxnSpPr>
            <p:cNvPr id="150" name="Google Shape;150;p66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1" name="Google Shape;151;p66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2" name="Google Shape;152;p66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3" name="Google Shape;153;p66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4" name="Google Shape;154;p66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55" name="Google Shape;155;p66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156" name="Google Shape;156;p66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6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6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7"/>
          <p:cNvSpPr txBox="1"/>
          <p:nvPr>
            <p:ph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57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57"/>
          <p:cNvSpPr txBox="1"/>
          <p:nvPr>
            <p:ph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57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57"/>
          <p:cNvSpPr txBox="1"/>
          <p:nvPr>
            <p:ph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57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66" name="Google Shape;166;p57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167" name="Google Shape;167;p57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168" name="Google Shape;168;p57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57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57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171" name="Google Shape;171;p57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57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57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9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176" name="Google Shape;176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77" name="Google Shape;177;p69"/>
          <p:cNvGrpSpPr/>
          <p:nvPr/>
        </p:nvGrpSpPr>
        <p:grpSpPr>
          <a:xfrm>
            <a:off x="144288" y="147077"/>
            <a:ext cx="454047" cy="1101386"/>
            <a:chOff x="144288" y="147077"/>
            <a:chExt cx="454047" cy="1101386"/>
          </a:xfrm>
        </p:grpSpPr>
        <p:sp>
          <p:nvSpPr>
            <p:cNvPr id="178" name="Google Shape;178;p69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9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9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9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69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183" name="Google Shape;183;p69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84" name="Google Shape;184;p69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54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188" name="Google Shape;188;p54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189" name="Google Shape;189;p5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190" name="Google Shape;190;p5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1" name="Google Shape;191;p5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2" name="Google Shape;192;p5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5" name="Google Shape;195;p55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55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5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5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5"/>
          <p:cNvSpPr txBox="1"/>
          <p:nvPr>
            <p:ph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0" name="Google Shape;200;p55"/>
          <p:cNvSpPr txBox="1"/>
          <p:nvPr>
            <p:ph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1" name="Google Shape;201;p55"/>
          <p:cNvSpPr txBox="1"/>
          <p:nvPr>
            <p:ph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2" name="Google Shape;202;p55"/>
          <p:cNvSpPr txBox="1"/>
          <p:nvPr>
            <p:ph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" name="Google Shape;203;p55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4" name="Google Shape;204;p55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5" name="Google Shape;205;p55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6" name="Google Shape;206;p55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7" name="Google Shape;207;p55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208" name="Google Shape;208;p5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5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5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5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212" name="Google Shape;212;p55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13" name="Google Shape;213;p5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9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6" name="Google Shape;216;p59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17" name="Google Shape;217;p59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218" name="Google Shape;218;p5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9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5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59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222" name="Google Shape;222;p59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3" name="Google Shape;223;p59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4" name="Google Shape;224;p59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5" name="Google Shape;225;p59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8" name="Google Shape;228;p60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9" name="Google Shape;229;p60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0" name="Google Shape;230;p60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1" name="Google Shape;231;p60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32" name="Google Shape;232;p60"/>
          <p:cNvGrpSpPr/>
          <p:nvPr/>
        </p:nvGrpSpPr>
        <p:grpSpPr>
          <a:xfrm>
            <a:off x="65750" y="123192"/>
            <a:ext cx="9078236" cy="5947021"/>
            <a:chOff x="65750" y="123192"/>
            <a:chExt cx="9078236" cy="5947021"/>
          </a:xfrm>
        </p:grpSpPr>
        <p:cxnSp>
          <p:nvCxnSpPr>
            <p:cNvPr id="233" name="Google Shape;233;p60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34" name="Google Shape;234;p60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35" name="Google Shape;235;p60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36" name="Google Shape;236;p60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grpSp>
          <p:nvGrpSpPr>
            <p:cNvPr id="237" name="Google Shape;237;p60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238" name="Google Shape;238;p60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0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0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60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1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1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1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61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8" name="Google Shape;248;p61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9" name="Google Shape;249;p61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50" name="Google Shape;250;p61"/>
          <p:cNvGrpSpPr/>
          <p:nvPr/>
        </p:nvGrpSpPr>
        <p:grpSpPr>
          <a:xfrm>
            <a:off x="4047014" y="42573"/>
            <a:ext cx="4967892" cy="427564"/>
            <a:chOff x="4047014" y="42573"/>
            <a:chExt cx="4967892" cy="427564"/>
          </a:xfrm>
        </p:grpSpPr>
        <p:sp>
          <p:nvSpPr>
            <p:cNvPr id="251" name="Google Shape;251;p61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1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1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61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55" name="Google Shape;255;p61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56" name="Google Shape;256;p61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57" name="Google Shape;257;p61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58" name="Google Shape;258;p61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62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62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2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62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2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6" name="Google Shape;266;p62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7" name="Google Shape;267;p62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8" name="Google Shape;268;p62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69" name="Google Shape;269;p62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0" name="Google Shape;270;p62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1" name="Google Shape;271;p62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2" name="Google Shape;272;p62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3" name="Google Shape;273;p62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74" name="Google Shape;274;p62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75" name="Google Shape;275;p6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62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62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62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62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68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4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5" name="Google Shape;285;p74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6" name="Google Shape;286;p74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287" name="Google Shape;287;p74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88" name="Google Shape;288;p74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89" name="Google Shape;289;p74"/>
          <p:cNvGrpSpPr/>
          <p:nvPr/>
        </p:nvGrpSpPr>
        <p:grpSpPr>
          <a:xfrm>
            <a:off x="8576588" y="4496316"/>
            <a:ext cx="422946" cy="368845"/>
            <a:chOff x="8576588" y="4496316"/>
            <a:chExt cx="422946" cy="368845"/>
          </a:xfrm>
        </p:grpSpPr>
        <p:sp>
          <p:nvSpPr>
            <p:cNvPr id="290" name="Google Shape;290;p7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5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4" name="Google Shape;294;p75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75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6" name="Google Shape;296;p75"/>
          <p:cNvGrpSpPr/>
          <p:nvPr/>
        </p:nvGrpSpPr>
        <p:grpSpPr>
          <a:xfrm>
            <a:off x="179243" y="1771891"/>
            <a:ext cx="400449" cy="2933145"/>
            <a:chOff x="7553711" y="-2334286"/>
            <a:chExt cx="455625" cy="3337291"/>
          </a:xfrm>
        </p:grpSpPr>
        <p:sp>
          <p:nvSpPr>
            <p:cNvPr id="297" name="Google Shape;297;p7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75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7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75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01" name="Google Shape;301;p75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2" name="Google Shape;302;p75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5" name="Google Shape;305;p76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6" name="Google Shape;306;p76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307" name="Google Shape;307;p76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8" name="Google Shape;308;p76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9" name="Google Shape;309;p76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10" name="Google Shape;310;p76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11" name="Google Shape;311;p76"/>
          <p:cNvGrpSpPr/>
          <p:nvPr/>
        </p:nvGrpSpPr>
        <p:grpSpPr>
          <a:xfrm>
            <a:off x="8618643" y="1192466"/>
            <a:ext cx="400449" cy="2933145"/>
            <a:chOff x="7553711" y="-2334286"/>
            <a:chExt cx="455625" cy="3337291"/>
          </a:xfrm>
        </p:grpSpPr>
        <p:sp>
          <p:nvSpPr>
            <p:cNvPr id="312" name="Google Shape;312;p7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6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7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7" name="Google Shape;317;p77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77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19" name="Google Shape;319;p77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320" name="Google Shape;320;p77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1" name="Google Shape;321;p77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2" name="Google Shape;322;p77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3" name="Google Shape;323;p77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4" name="Google Shape;324;p77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5" name="Google Shape;325;p77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6" name="Google Shape;326;p77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7" name="Google Shape;327;p77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28" name="Google Shape;328;p77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329" name="Google Shape;329;p77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0" name="Google Shape;330;p77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1" name="Google Shape;331;p77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2" name="Google Shape;332;p77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" name="Google Shape;333;p77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8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8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82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39" name="Google Shape;339;p82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340" name="Google Shape;340;p8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82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42" name="Google Shape;342;p82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343" name="Google Shape;343;p82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8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45" name="Google Shape;345;p8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346" name="Google Shape;346;p8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82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2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8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8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52" name="Google Shape;352;p8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53" name="Google Shape;353;p8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54" name="Google Shape;354;p83"/>
          <p:cNvGrpSpPr/>
          <p:nvPr/>
        </p:nvGrpSpPr>
        <p:grpSpPr>
          <a:xfrm>
            <a:off x="64493" y="394791"/>
            <a:ext cx="400449" cy="2933145"/>
            <a:chOff x="7553711" y="-2334286"/>
            <a:chExt cx="455625" cy="3337291"/>
          </a:xfrm>
        </p:grpSpPr>
        <p:sp>
          <p:nvSpPr>
            <p:cNvPr id="355" name="Google Shape;355;p83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3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3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52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inclushop.store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3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g"/><Relationship Id="rId4" Type="http://schemas.openxmlformats.org/officeDocument/2006/relationships/image" Target="../media/image3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image" Target="../media/image33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Proyecto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“IncluShop”</a:t>
            </a:r>
            <a:endParaRPr/>
          </a:p>
        </p:txBody>
      </p:sp>
      <p:sp>
        <p:nvSpPr>
          <p:cNvPr id="363" name="Google Shape;363;p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Herramientas para un e-commerce inclusivo</a:t>
            </a:r>
            <a:endParaRPr/>
          </a:p>
        </p:txBody>
      </p:sp>
      <p:cxnSp>
        <p:nvCxnSpPr>
          <p:cNvPr id="364" name="Google Shape;364;p1"/>
          <p:cNvCxnSpPr>
            <a:endCxn id="363" idx="1"/>
          </p:cNvCxnSpPr>
          <p:nvPr/>
        </p:nvCxnSpPr>
        <p:spPr>
          <a:xfrm flipH="1" rot="-5400000">
            <a:off x="1987200" y="10095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365" name="Google Shape;3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1050" y="-1214075"/>
            <a:ext cx="2868375" cy="28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53050" y="-57892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82f700d77_0_6"/>
          <p:cNvSpPr txBox="1"/>
          <p:nvPr>
            <p:ph idx="1" type="subTitle"/>
          </p:nvPr>
        </p:nvSpPr>
        <p:spPr>
          <a:xfrm>
            <a:off x="797075" y="1918120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Jefe de proyecto y programador</a:t>
            </a:r>
            <a:endParaRPr/>
          </a:p>
        </p:txBody>
      </p:sp>
      <p:sp>
        <p:nvSpPr>
          <p:cNvPr id="372" name="Google Shape;372;g3a82f700d77_0_6"/>
          <p:cNvSpPr txBox="1"/>
          <p:nvPr>
            <p:ph type="title"/>
          </p:nvPr>
        </p:nvSpPr>
        <p:spPr>
          <a:xfrm>
            <a:off x="797075" y="1224599"/>
            <a:ext cx="4696800" cy="6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700"/>
              <a:t>Benjamín Alejandro Bravo Rivadeneira</a:t>
            </a:r>
            <a:endParaRPr sz="3700"/>
          </a:p>
        </p:txBody>
      </p:sp>
      <p:sp>
        <p:nvSpPr>
          <p:cNvPr id="373" name="Google Shape;373;g3a82f700d77_0_6"/>
          <p:cNvSpPr txBox="1"/>
          <p:nvPr>
            <p:ph idx="2" type="title"/>
          </p:nvPr>
        </p:nvSpPr>
        <p:spPr>
          <a:xfrm>
            <a:off x="3911475" y="2470754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2100"/>
              <a:t>Benjamín Ignacio</a:t>
            </a:r>
            <a:r>
              <a:rPr lang="en" sz="2100"/>
              <a:t> </a:t>
            </a:r>
            <a:r>
              <a:rPr lang="en" sz="2100"/>
              <a:t>Vargas Díaz</a:t>
            </a:r>
            <a:endParaRPr sz="3700"/>
          </a:p>
        </p:txBody>
      </p:sp>
      <p:sp>
        <p:nvSpPr>
          <p:cNvPr id="374" name="Google Shape;374;g3a82f700d77_0_6"/>
          <p:cNvSpPr txBox="1"/>
          <p:nvPr>
            <p:ph idx="4" type="title"/>
          </p:nvPr>
        </p:nvSpPr>
        <p:spPr>
          <a:xfrm>
            <a:off x="797075" y="3883508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2000"/>
              <a:t>Felipe Teodoro Muñoz Gonzalez</a:t>
            </a:r>
            <a:endParaRPr sz="2000"/>
          </a:p>
        </p:txBody>
      </p:sp>
      <p:sp>
        <p:nvSpPr>
          <p:cNvPr id="375" name="Google Shape;375;g3a82f700d77_0_6"/>
          <p:cNvSpPr txBox="1"/>
          <p:nvPr>
            <p:ph idx="5" type="subTitle"/>
          </p:nvPr>
        </p:nvSpPr>
        <p:spPr>
          <a:xfrm>
            <a:off x="797075" y="4579012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Product Owner y programador</a:t>
            </a:r>
            <a:endParaRPr/>
          </a:p>
        </p:txBody>
      </p:sp>
      <p:sp>
        <p:nvSpPr>
          <p:cNvPr id="376" name="Google Shape;376;g3a82f700d77_0_6"/>
          <p:cNvSpPr txBox="1"/>
          <p:nvPr>
            <p:ph type="title"/>
          </p:nvPr>
        </p:nvSpPr>
        <p:spPr>
          <a:xfrm>
            <a:off x="2428050" y="237875"/>
            <a:ext cx="4484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2"/>
                </a:solidFill>
              </a:rPr>
              <a:t>INTEGRANTES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77" name="Google Shape;377;g3a82f700d77_0_6"/>
          <p:cNvSpPr txBox="1"/>
          <p:nvPr>
            <p:ph idx="3" type="subTitle"/>
          </p:nvPr>
        </p:nvSpPr>
        <p:spPr>
          <a:xfrm>
            <a:off x="3911475" y="3166166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Scrum Master y programador</a:t>
            </a:r>
            <a:endParaRPr/>
          </a:p>
        </p:txBody>
      </p:sp>
      <p:sp>
        <p:nvSpPr>
          <p:cNvPr id="378" name="Google Shape;378;g3a82f700d77_0_6"/>
          <p:cNvSpPr/>
          <p:nvPr/>
        </p:nvSpPr>
        <p:spPr>
          <a:xfrm>
            <a:off x="6446349" y="881472"/>
            <a:ext cx="1501648" cy="1450829"/>
          </a:xfrm>
          <a:custGeom>
            <a:rect b="b" l="l" r="r" t="t"/>
            <a:pathLst>
              <a:path extrusionOk="0" h="940570" w="812800">
                <a:moveTo>
                  <a:pt x="406400" y="0"/>
                </a:moveTo>
                <a:cubicBezTo>
                  <a:pt x="181951" y="0"/>
                  <a:pt x="0" y="210554"/>
                  <a:pt x="0" y="470285"/>
                </a:cubicBezTo>
                <a:cubicBezTo>
                  <a:pt x="0" y="730016"/>
                  <a:pt x="181951" y="940570"/>
                  <a:pt x="406400" y="940570"/>
                </a:cubicBezTo>
                <a:cubicBezTo>
                  <a:pt x="630849" y="940570"/>
                  <a:pt x="812800" y="730016"/>
                  <a:pt x="812800" y="470285"/>
                </a:cubicBezTo>
                <a:cubicBezTo>
                  <a:pt x="812800" y="210554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579" l="0" r="0" t="-2157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a82f700d77_0_6"/>
          <p:cNvSpPr/>
          <p:nvPr/>
        </p:nvSpPr>
        <p:spPr>
          <a:xfrm>
            <a:off x="1796625" y="2320649"/>
            <a:ext cx="1292352" cy="1451317"/>
          </a:xfrm>
          <a:custGeom>
            <a:rect b="b" l="l" r="r" t="t"/>
            <a:pathLst>
              <a:path extrusionOk="0" h="901439" w="812800">
                <a:moveTo>
                  <a:pt x="406400" y="0"/>
                </a:moveTo>
                <a:cubicBezTo>
                  <a:pt x="181951" y="0"/>
                  <a:pt x="0" y="201794"/>
                  <a:pt x="0" y="450720"/>
                </a:cubicBezTo>
                <a:cubicBezTo>
                  <a:pt x="0" y="699645"/>
                  <a:pt x="181951" y="901439"/>
                  <a:pt x="406400" y="901439"/>
                </a:cubicBezTo>
                <a:cubicBezTo>
                  <a:pt x="630849" y="901439"/>
                  <a:pt x="812800" y="699645"/>
                  <a:pt x="812800" y="450720"/>
                </a:cubicBezTo>
                <a:cubicBezTo>
                  <a:pt x="812800" y="201794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0248" l="0" r="0" t="-3023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a82f700d77_0_6"/>
          <p:cNvSpPr/>
          <p:nvPr/>
        </p:nvSpPr>
        <p:spPr>
          <a:xfrm>
            <a:off x="6228425" y="3588175"/>
            <a:ext cx="1558544" cy="1526241"/>
          </a:xfrm>
          <a:custGeom>
            <a:rect b="b" l="l" r="r" t="t"/>
            <a:pathLst>
              <a:path extrusionOk="0" h="905781" w="812800">
                <a:moveTo>
                  <a:pt x="406400" y="0"/>
                </a:moveTo>
                <a:cubicBezTo>
                  <a:pt x="181951" y="0"/>
                  <a:pt x="0" y="202766"/>
                  <a:pt x="0" y="452891"/>
                </a:cubicBezTo>
                <a:cubicBezTo>
                  <a:pt x="0" y="703015"/>
                  <a:pt x="181951" y="905781"/>
                  <a:pt x="406400" y="905781"/>
                </a:cubicBezTo>
                <a:cubicBezTo>
                  <a:pt x="630849" y="905781"/>
                  <a:pt x="812800" y="703015"/>
                  <a:pt x="812800" y="452891"/>
                </a:cubicBezTo>
                <a:cubicBezTo>
                  <a:pt x="812800" y="202766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419" l="0" r="0" t="-1741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82f700d77_0_378"/>
          <p:cNvSpPr txBox="1"/>
          <p:nvPr>
            <p:ph idx="1" type="subTitle"/>
          </p:nvPr>
        </p:nvSpPr>
        <p:spPr>
          <a:xfrm>
            <a:off x="1435175" y="1015150"/>
            <a:ext cx="524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Las tiendas online tradicionales no consideran adecuadamente a personas con discapacidades visuales o motrices, lo que dificulta la experiencia de compra y navegación. Esto limita la autonomía e inclusión digital de muchos usuarios.</a:t>
            </a:r>
            <a:endParaRPr sz="1100"/>
          </a:p>
        </p:txBody>
      </p:sp>
      <p:sp>
        <p:nvSpPr>
          <p:cNvPr id="386" name="Google Shape;386;g3a82f700d77_0_378"/>
          <p:cNvSpPr txBox="1"/>
          <p:nvPr>
            <p:ph idx="3" type="subTitle"/>
          </p:nvPr>
        </p:nvSpPr>
        <p:spPr>
          <a:xfrm>
            <a:off x="1435175" y="642250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387" name="Google Shape;387;g3a82f700d77_0_378"/>
          <p:cNvSpPr/>
          <p:nvPr/>
        </p:nvSpPr>
        <p:spPr>
          <a:xfrm>
            <a:off x="571588" y="792375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8" name="Google Shape;388;g3a82f700d77_0_378"/>
          <p:cNvGrpSpPr/>
          <p:nvPr/>
        </p:nvGrpSpPr>
        <p:grpSpPr>
          <a:xfrm>
            <a:off x="760180" y="991558"/>
            <a:ext cx="339253" cy="318042"/>
            <a:chOff x="5049725" y="2635825"/>
            <a:chExt cx="481825" cy="451700"/>
          </a:xfrm>
        </p:grpSpPr>
        <p:sp>
          <p:nvSpPr>
            <p:cNvPr id="389" name="Google Shape;389;g3a82f700d77_0_378"/>
            <p:cNvSpPr/>
            <p:nvPr/>
          </p:nvSpPr>
          <p:spPr>
            <a:xfrm>
              <a:off x="5135325" y="3031050"/>
              <a:ext cx="310550" cy="56475"/>
            </a:xfrm>
            <a:custGeom>
              <a:rect b="b" l="l" r="r" t="t"/>
              <a:pathLst>
                <a:path extrusionOk="0" h="2259" w="12422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a82f700d77_0_378"/>
            <p:cNvSpPr/>
            <p:nvPr/>
          </p:nvSpPr>
          <p:spPr>
            <a:xfrm>
              <a:off x="5049725" y="2946350"/>
              <a:ext cx="481825" cy="56500"/>
            </a:xfrm>
            <a:custGeom>
              <a:rect b="b" l="l" r="r" t="t"/>
              <a:pathLst>
                <a:path extrusionOk="0" h="2260" w="19273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a82f700d77_0_378"/>
            <p:cNvSpPr/>
            <p:nvPr/>
          </p:nvSpPr>
          <p:spPr>
            <a:xfrm>
              <a:off x="5049725" y="2635825"/>
              <a:ext cx="481825" cy="282325"/>
            </a:xfrm>
            <a:custGeom>
              <a:rect b="b" l="l" r="r" t="t"/>
              <a:pathLst>
                <a:path extrusionOk="0" h="11293" w="19273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2" name="Google Shape;392;g3a82f700d77_0_3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75" y="1740300"/>
            <a:ext cx="3023150" cy="30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a82f700d77_0_3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625" y="1917275"/>
            <a:ext cx="2154925" cy="905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a82f700d77_0_3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9613" y="2578800"/>
            <a:ext cx="2176200" cy="4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a82f700d77_0_3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3600" y="3053750"/>
            <a:ext cx="4398081" cy="4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93229af5e_0_143"/>
          <p:cNvSpPr txBox="1"/>
          <p:nvPr>
            <p:ph idx="1" type="subTitle"/>
          </p:nvPr>
        </p:nvSpPr>
        <p:spPr>
          <a:xfrm>
            <a:off x="1377050" y="903750"/>
            <a:ext cx="524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Hemos desarrollado una plataforma de compra inclusiva que integra navegación por voz y una interfaz accesible, permitiendo que personas con discapacidades visuales o motrices puedan usar una tienda online sin barreras.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La solución combina comandos de voz intuitivos, diseño accesible y una arquitectura adaptable, asegurando una experiencia fluida, autónoma y verdaderamente inclusiva.</a:t>
            </a:r>
            <a:endParaRPr sz="1100"/>
          </a:p>
        </p:txBody>
      </p:sp>
      <p:sp>
        <p:nvSpPr>
          <p:cNvPr id="401" name="Google Shape;401;g3a93229af5e_0_143"/>
          <p:cNvSpPr txBox="1"/>
          <p:nvPr>
            <p:ph idx="3" type="subTitle"/>
          </p:nvPr>
        </p:nvSpPr>
        <p:spPr>
          <a:xfrm>
            <a:off x="1435175" y="642250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Solución</a:t>
            </a:r>
            <a:endParaRPr/>
          </a:p>
        </p:txBody>
      </p:sp>
      <p:sp>
        <p:nvSpPr>
          <p:cNvPr id="402" name="Google Shape;402;g3a93229af5e_0_143"/>
          <p:cNvSpPr/>
          <p:nvPr/>
        </p:nvSpPr>
        <p:spPr>
          <a:xfrm>
            <a:off x="571588" y="792375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03" name="Google Shape;403;g3a93229af5e_0_143"/>
          <p:cNvGrpSpPr/>
          <p:nvPr/>
        </p:nvGrpSpPr>
        <p:grpSpPr>
          <a:xfrm>
            <a:off x="760180" y="991558"/>
            <a:ext cx="339253" cy="318042"/>
            <a:chOff x="5049725" y="2635825"/>
            <a:chExt cx="481825" cy="451700"/>
          </a:xfrm>
        </p:grpSpPr>
        <p:sp>
          <p:nvSpPr>
            <p:cNvPr id="404" name="Google Shape;404;g3a93229af5e_0_143"/>
            <p:cNvSpPr/>
            <p:nvPr/>
          </p:nvSpPr>
          <p:spPr>
            <a:xfrm>
              <a:off x="5135325" y="3031050"/>
              <a:ext cx="310550" cy="56475"/>
            </a:xfrm>
            <a:custGeom>
              <a:rect b="b" l="l" r="r" t="t"/>
              <a:pathLst>
                <a:path extrusionOk="0" h="2259" w="12422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a93229af5e_0_143"/>
            <p:cNvSpPr/>
            <p:nvPr/>
          </p:nvSpPr>
          <p:spPr>
            <a:xfrm>
              <a:off x="5049725" y="2946350"/>
              <a:ext cx="481825" cy="56500"/>
            </a:xfrm>
            <a:custGeom>
              <a:rect b="b" l="l" r="r" t="t"/>
              <a:pathLst>
                <a:path extrusionOk="0" h="2260" w="19273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3a93229af5e_0_143"/>
            <p:cNvSpPr/>
            <p:nvPr/>
          </p:nvSpPr>
          <p:spPr>
            <a:xfrm>
              <a:off x="5049725" y="2635825"/>
              <a:ext cx="481825" cy="282325"/>
            </a:xfrm>
            <a:custGeom>
              <a:rect b="b" l="l" r="r" t="t"/>
              <a:pathLst>
                <a:path extrusionOk="0" h="11293" w="19273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7" name="Google Shape;407;g3a93229af5e_0_143"/>
          <p:cNvSpPr/>
          <p:nvPr/>
        </p:nvSpPr>
        <p:spPr>
          <a:xfrm>
            <a:off x="571588" y="792375"/>
            <a:ext cx="716400" cy="7164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08" name="Google Shape;408;g3a93229af5e_0_143"/>
          <p:cNvGrpSpPr/>
          <p:nvPr/>
        </p:nvGrpSpPr>
        <p:grpSpPr>
          <a:xfrm>
            <a:off x="760176" y="951495"/>
            <a:ext cx="339253" cy="339253"/>
            <a:chOff x="900750" y="1436075"/>
            <a:chExt cx="481825" cy="481825"/>
          </a:xfrm>
        </p:grpSpPr>
        <p:sp>
          <p:nvSpPr>
            <p:cNvPr id="409" name="Google Shape;409;g3a93229af5e_0_143"/>
            <p:cNvSpPr/>
            <p:nvPr/>
          </p:nvSpPr>
          <p:spPr>
            <a:xfrm>
              <a:off x="900750" y="1627500"/>
              <a:ext cx="481825" cy="290400"/>
            </a:xfrm>
            <a:custGeom>
              <a:rect b="b" l="l" r="r" t="t"/>
              <a:pathLst>
                <a:path extrusionOk="0" h="11616" w="19273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3a93229af5e_0_143"/>
            <p:cNvSpPr/>
            <p:nvPr/>
          </p:nvSpPr>
          <p:spPr>
            <a:xfrm>
              <a:off x="129695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3a93229af5e_0_143"/>
            <p:cNvSpPr/>
            <p:nvPr/>
          </p:nvSpPr>
          <p:spPr>
            <a:xfrm>
              <a:off x="91490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a93229af5e_0_143"/>
            <p:cNvSpPr/>
            <p:nvPr/>
          </p:nvSpPr>
          <p:spPr>
            <a:xfrm>
              <a:off x="1014650" y="1436075"/>
              <a:ext cx="254100" cy="336150"/>
            </a:xfrm>
            <a:custGeom>
              <a:rect b="b" l="l" r="r" t="t"/>
              <a:pathLst>
                <a:path extrusionOk="0" h="13446" w="10164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3" name="Google Shape;413;g3a93229af5e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7375" y="2106663"/>
            <a:ext cx="2953250" cy="21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a93229af5e_0_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6450" y="2397163"/>
            <a:ext cx="3326909" cy="17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"/>
          <p:cNvSpPr/>
          <p:nvPr/>
        </p:nvSpPr>
        <p:spPr>
          <a:xfrm>
            <a:off x="571588" y="792375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0" name="Google Shape;420;p24"/>
          <p:cNvGrpSpPr/>
          <p:nvPr/>
        </p:nvGrpSpPr>
        <p:grpSpPr>
          <a:xfrm>
            <a:off x="760180" y="991558"/>
            <a:ext cx="339253" cy="318042"/>
            <a:chOff x="5049725" y="2635825"/>
            <a:chExt cx="481825" cy="451700"/>
          </a:xfrm>
        </p:grpSpPr>
        <p:sp>
          <p:nvSpPr>
            <p:cNvPr id="421" name="Google Shape;421;p24"/>
            <p:cNvSpPr/>
            <p:nvPr/>
          </p:nvSpPr>
          <p:spPr>
            <a:xfrm>
              <a:off x="5135325" y="3031050"/>
              <a:ext cx="310550" cy="56475"/>
            </a:xfrm>
            <a:custGeom>
              <a:rect b="b" l="l" r="r" t="t"/>
              <a:pathLst>
                <a:path extrusionOk="0" h="2259" w="12422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5049725" y="2946350"/>
              <a:ext cx="481825" cy="56500"/>
            </a:xfrm>
            <a:custGeom>
              <a:rect b="b" l="l" r="r" t="t"/>
              <a:pathLst>
                <a:path extrusionOk="0" h="2260" w="19273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5049725" y="2635825"/>
              <a:ext cx="481825" cy="282325"/>
            </a:xfrm>
            <a:custGeom>
              <a:rect b="b" l="l" r="r" t="t"/>
              <a:pathLst>
                <a:path extrusionOk="0" h="11293" w="19273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24"/>
          <p:cNvSpPr txBox="1"/>
          <p:nvPr>
            <p:ph type="title"/>
          </p:nvPr>
        </p:nvSpPr>
        <p:spPr>
          <a:xfrm>
            <a:off x="1356575" y="646275"/>
            <a:ext cx="35241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Metodología de trabajo</a:t>
            </a:r>
            <a:endParaRPr/>
          </a:p>
        </p:txBody>
      </p:sp>
      <p:pic>
        <p:nvPicPr>
          <p:cNvPr id="425" name="Google Shape;4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9875" y="1697650"/>
            <a:ext cx="2661574" cy="325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4"/>
          <p:cNvSpPr txBox="1"/>
          <p:nvPr>
            <p:ph idx="1" type="subTitle"/>
          </p:nvPr>
        </p:nvSpPr>
        <p:spPr>
          <a:xfrm>
            <a:off x="5740800" y="1983800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Levantamiento de requerimientos.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Identificación de barreras de accesibilidad.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Diseño del sistema y arquitectura inicial.</a:t>
            </a:r>
            <a:endParaRPr b="1" sz="1000"/>
          </a:p>
        </p:txBody>
      </p:sp>
      <p:sp>
        <p:nvSpPr>
          <p:cNvPr id="427" name="Google Shape;427;p24"/>
          <p:cNvSpPr txBox="1"/>
          <p:nvPr>
            <p:ph idx="1" type="subTitle"/>
          </p:nvPr>
        </p:nvSpPr>
        <p:spPr>
          <a:xfrm>
            <a:off x="5905525" y="1750925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Sprint 1:</a:t>
            </a:r>
            <a:endParaRPr b="1" sz="1000"/>
          </a:p>
        </p:txBody>
      </p:sp>
      <p:sp>
        <p:nvSpPr>
          <p:cNvPr id="428" name="Google Shape;428;p24"/>
          <p:cNvSpPr txBox="1"/>
          <p:nvPr>
            <p:ph idx="1" type="subTitle"/>
          </p:nvPr>
        </p:nvSpPr>
        <p:spPr>
          <a:xfrm>
            <a:off x="5823163" y="2933075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Implementación de navegación por voz.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Integración con el sistema.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Pruebas funcionales y ajustes iterativos.</a:t>
            </a:r>
            <a:endParaRPr b="1" sz="1000"/>
          </a:p>
        </p:txBody>
      </p:sp>
      <p:sp>
        <p:nvSpPr>
          <p:cNvPr id="429" name="Google Shape;429;p24"/>
          <p:cNvSpPr txBox="1"/>
          <p:nvPr>
            <p:ph idx="1" type="subTitle"/>
          </p:nvPr>
        </p:nvSpPr>
        <p:spPr>
          <a:xfrm>
            <a:off x="5987888" y="2700200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Sprint 2:</a:t>
            </a:r>
            <a:endParaRPr b="1" sz="1000"/>
          </a:p>
        </p:txBody>
      </p:sp>
      <p:sp>
        <p:nvSpPr>
          <p:cNvPr id="430" name="Google Shape;430;p24"/>
          <p:cNvSpPr txBox="1"/>
          <p:nvPr>
            <p:ph idx="1" type="subTitle"/>
          </p:nvPr>
        </p:nvSpPr>
        <p:spPr>
          <a:xfrm>
            <a:off x="6045988" y="3882350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Zoom Inclusivo, Quality Assurance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Abordado de Feedback.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Preparación para entrega final.</a:t>
            </a:r>
            <a:endParaRPr b="1" sz="1000"/>
          </a:p>
        </p:txBody>
      </p:sp>
      <p:sp>
        <p:nvSpPr>
          <p:cNvPr id="431" name="Google Shape;431;p24"/>
          <p:cNvSpPr txBox="1"/>
          <p:nvPr>
            <p:ph idx="1" type="subTitle"/>
          </p:nvPr>
        </p:nvSpPr>
        <p:spPr>
          <a:xfrm>
            <a:off x="6210713" y="3649475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Sprint 3:</a:t>
            </a:r>
            <a:endParaRPr b="1" sz="1000"/>
          </a:p>
        </p:txBody>
      </p:sp>
      <p:sp>
        <p:nvSpPr>
          <p:cNvPr id="432" name="Google Shape;432;p24"/>
          <p:cNvSpPr txBox="1"/>
          <p:nvPr>
            <p:ph type="title"/>
          </p:nvPr>
        </p:nvSpPr>
        <p:spPr>
          <a:xfrm>
            <a:off x="317550" y="1105150"/>
            <a:ext cx="35241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500"/>
              <a:t>Agil: Scrum</a:t>
            </a:r>
            <a:endParaRPr sz="2500"/>
          </a:p>
        </p:txBody>
      </p:sp>
      <p:pic>
        <p:nvPicPr>
          <p:cNvPr id="433" name="Google Shape;4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9875" y="1536425"/>
            <a:ext cx="1104400" cy="10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0725" y="2392075"/>
            <a:ext cx="828425" cy="98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5950" y="3328188"/>
            <a:ext cx="1344449" cy="139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850" y="2700204"/>
            <a:ext cx="2353325" cy="205047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4"/>
          <p:cNvSpPr txBox="1"/>
          <p:nvPr>
            <p:ph idx="1" type="subTitle"/>
          </p:nvPr>
        </p:nvSpPr>
        <p:spPr>
          <a:xfrm>
            <a:off x="468825" y="2073250"/>
            <a:ext cx="30690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Aplicamos Scrum con sprints breves y reuniones diarias que nos ayudaron a coordinarnos, resolver bloqueos rápidamente y avanzar con claridad hacia los objetivos de cada sprint.</a:t>
            </a:r>
            <a:endParaRPr b="1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"/>
          <p:cNvSpPr txBox="1"/>
          <p:nvPr>
            <p:ph type="title"/>
          </p:nvPr>
        </p:nvSpPr>
        <p:spPr>
          <a:xfrm>
            <a:off x="266713" y="193950"/>
            <a:ext cx="8823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Cronograma para el desarrollo del proyecto</a:t>
            </a:r>
            <a:endParaRPr sz="3000"/>
          </a:p>
        </p:txBody>
      </p:sp>
      <p:pic>
        <p:nvPicPr>
          <p:cNvPr id="443" name="Google Shape;4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124" y="759437"/>
            <a:ext cx="6569625" cy="357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Tecnologías utilizadas</a:t>
            </a:r>
            <a:endParaRPr/>
          </a:p>
        </p:txBody>
      </p:sp>
      <p:sp>
        <p:nvSpPr>
          <p:cNvPr id="449" name="Google Shape;449;p11"/>
          <p:cNvSpPr txBox="1"/>
          <p:nvPr>
            <p:ph idx="1" type="subTitle"/>
          </p:nvPr>
        </p:nvSpPr>
        <p:spPr>
          <a:xfrm>
            <a:off x="878200" y="1344475"/>
            <a:ext cx="524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Frontend: HTML5, CSS3, JavaScript, Bootstrap, FontAwesome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Backend: Django (Python)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APIs: Web Speech API (Reconocimiento y Síntesis de Voz)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Infraestructura:  Hosting Local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Base de Datos: My SQL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00"/>
          </a:p>
        </p:txBody>
      </p:sp>
      <p:pic>
        <p:nvPicPr>
          <p:cNvPr id="450" name="Google Shape;45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00" y="2764650"/>
            <a:ext cx="3610799" cy="18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2550" y="3022175"/>
            <a:ext cx="2032101" cy="14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3050" y="1401074"/>
            <a:ext cx="2731576" cy="117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93229af5e_0_0"/>
          <p:cNvSpPr txBox="1"/>
          <p:nvPr>
            <p:ph type="title"/>
          </p:nvPr>
        </p:nvSpPr>
        <p:spPr>
          <a:xfrm>
            <a:off x="237975" y="58325"/>
            <a:ext cx="8823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Arquitectura de software</a:t>
            </a:r>
            <a:endParaRPr sz="3000"/>
          </a:p>
        </p:txBody>
      </p:sp>
      <p:pic>
        <p:nvPicPr>
          <p:cNvPr id="458" name="Google Shape;458;g3a93229af5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475" y="481950"/>
            <a:ext cx="2521924" cy="38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Modelo entidad relación </a:t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3089875" y="1017726"/>
            <a:ext cx="2964261" cy="3572212"/>
          </a:xfrm>
          <a:custGeom>
            <a:rect b="b" l="l" r="r" t="t"/>
            <a:pathLst>
              <a:path extrusionOk="0" h="8454940" w="7800688">
                <a:moveTo>
                  <a:pt x="0" y="0"/>
                </a:moveTo>
                <a:lnTo>
                  <a:pt x="7800688" y="0"/>
                </a:lnTo>
                <a:lnTo>
                  <a:pt x="7800688" y="8454940"/>
                </a:lnTo>
                <a:lnTo>
                  <a:pt x="0" y="8454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21252b5fbe_3_1"/>
          <p:cNvSpPr txBox="1"/>
          <p:nvPr>
            <p:ph type="title"/>
          </p:nvPr>
        </p:nvSpPr>
        <p:spPr>
          <a:xfrm>
            <a:off x="720000" y="2303250"/>
            <a:ext cx="5471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700"/>
              <a:t>Muestra del proyecto</a:t>
            </a:r>
            <a:endParaRPr sz="3700"/>
          </a:p>
        </p:txBody>
      </p:sp>
      <p:sp>
        <p:nvSpPr>
          <p:cNvPr id="470" name="Google Shape;470;g321252b5fbe_3_1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rgbClr val="CFE2F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Inclushop.</a:t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471" name="Google Shape;471;g321252b5fbe_3_1"/>
          <p:cNvCxnSpPr>
            <a:stCxn id="470" idx="3"/>
          </p:cNvCxnSpPr>
          <p:nvPr/>
        </p:nvCxnSpPr>
        <p:spPr>
          <a:xfrm flipH="1" rot="10800000">
            <a:off x="4764900" y="3301450"/>
            <a:ext cx="4293900" cy="192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72" name="Google Shape;472;g321252b5fbe_3_1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8ee90ec1c_0_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Vivencias agiles.</a:t>
            </a:r>
            <a:endParaRPr/>
          </a:p>
        </p:txBody>
      </p:sp>
      <p:pic>
        <p:nvPicPr>
          <p:cNvPr id="478" name="Google Shape;478;g398ee90ec1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465550"/>
            <a:ext cx="3320175" cy="211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98ee90ec1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3636175"/>
            <a:ext cx="6037225" cy="118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995aa1e90_1_0"/>
          <p:cNvSpPr txBox="1"/>
          <p:nvPr>
            <p:ph type="title"/>
          </p:nvPr>
        </p:nvSpPr>
        <p:spPr>
          <a:xfrm>
            <a:off x="739375" y="2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Financiamiento y monetización</a:t>
            </a:r>
            <a:endParaRPr/>
          </a:p>
        </p:txBody>
      </p:sp>
      <p:pic>
        <p:nvPicPr>
          <p:cNvPr id="485" name="Google Shape;485;g3a995aa1e90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00" y="562450"/>
            <a:ext cx="3971725" cy="2249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a995aa1e90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00" y="2858150"/>
            <a:ext cx="3406426" cy="189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g3a93229af5e_0_7"/>
          <p:cNvGrpSpPr/>
          <p:nvPr/>
        </p:nvGrpSpPr>
        <p:grpSpPr>
          <a:xfrm>
            <a:off x="567713" y="861138"/>
            <a:ext cx="661554" cy="811216"/>
            <a:chOff x="0" y="-66675"/>
            <a:chExt cx="294600" cy="361247"/>
          </a:xfrm>
        </p:grpSpPr>
        <p:sp>
          <p:nvSpPr>
            <p:cNvPr id="492" name="Google Shape;492;g3a93229af5e_0_7"/>
            <p:cNvSpPr/>
            <p:nvPr/>
          </p:nvSpPr>
          <p:spPr>
            <a:xfrm>
              <a:off x="0" y="0"/>
              <a:ext cx="294572" cy="294572"/>
            </a:xfrm>
            <a:custGeom>
              <a:rect b="b" l="l" r="r" t="t"/>
              <a:pathLst>
                <a:path extrusionOk="0"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93" name="Google Shape;493;g3a93229af5e_0_7"/>
            <p:cNvSpPr txBox="1"/>
            <p:nvPr/>
          </p:nvSpPr>
          <p:spPr>
            <a:xfrm>
              <a:off x="0" y="-66675"/>
              <a:ext cx="294600" cy="36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g3a93229af5e_0_7"/>
          <p:cNvGrpSpPr/>
          <p:nvPr/>
        </p:nvGrpSpPr>
        <p:grpSpPr>
          <a:xfrm>
            <a:off x="567713" y="2946083"/>
            <a:ext cx="661554" cy="811216"/>
            <a:chOff x="0" y="-66675"/>
            <a:chExt cx="294600" cy="361247"/>
          </a:xfrm>
        </p:grpSpPr>
        <p:sp>
          <p:nvSpPr>
            <p:cNvPr id="495" name="Google Shape;495;g3a93229af5e_0_7"/>
            <p:cNvSpPr/>
            <p:nvPr/>
          </p:nvSpPr>
          <p:spPr>
            <a:xfrm>
              <a:off x="0" y="0"/>
              <a:ext cx="294572" cy="294572"/>
            </a:xfrm>
            <a:custGeom>
              <a:rect b="b" l="l" r="r" t="t"/>
              <a:pathLst>
                <a:path extrusionOk="0"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96" name="Google Shape;496;g3a93229af5e_0_7"/>
            <p:cNvSpPr txBox="1"/>
            <p:nvPr/>
          </p:nvSpPr>
          <p:spPr>
            <a:xfrm>
              <a:off x="0" y="-66675"/>
              <a:ext cx="294600" cy="36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g3a93229af5e_0_7"/>
          <p:cNvGrpSpPr/>
          <p:nvPr/>
        </p:nvGrpSpPr>
        <p:grpSpPr>
          <a:xfrm>
            <a:off x="567683" y="3879591"/>
            <a:ext cx="661554" cy="811216"/>
            <a:chOff x="0" y="-66675"/>
            <a:chExt cx="294600" cy="361247"/>
          </a:xfrm>
        </p:grpSpPr>
        <p:sp>
          <p:nvSpPr>
            <p:cNvPr id="498" name="Google Shape;498;g3a93229af5e_0_7"/>
            <p:cNvSpPr/>
            <p:nvPr/>
          </p:nvSpPr>
          <p:spPr>
            <a:xfrm>
              <a:off x="0" y="0"/>
              <a:ext cx="294572" cy="294572"/>
            </a:xfrm>
            <a:custGeom>
              <a:rect b="b" l="l" r="r" t="t"/>
              <a:pathLst>
                <a:path extrusionOk="0"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99" name="Google Shape;499;g3a93229af5e_0_7"/>
            <p:cNvSpPr txBox="1"/>
            <p:nvPr/>
          </p:nvSpPr>
          <p:spPr>
            <a:xfrm>
              <a:off x="0" y="-66675"/>
              <a:ext cx="294600" cy="36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g3a93229af5e_0_7"/>
          <p:cNvGrpSpPr/>
          <p:nvPr/>
        </p:nvGrpSpPr>
        <p:grpSpPr>
          <a:xfrm>
            <a:off x="567713" y="1871654"/>
            <a:ext cx="661554" cy="811216"/>
            <a:chOff x="0" y="-66675"/>
            <a:chExt cx="294600" cy="361247"/>
          </a:xfrm>
        </p:grpSpPr>
        <p:sp>
          <p:nvSpPr>
            <p:cNvPr id="501" name="Google Shape;501;g3a93229af5e_0_7"/>
            <p:cNvSpPr/>
            <p:nvPr/>
          </p:nvSpPr>
          <p:spPr>
            <a:xfrm>
              <a:off x="0" y="0"/>
              <a:ext cx="294572" cy="294572"/>
            </a:xfrm>
            <a:custGeom>
              <a:rect b="b" l="l" r="r" t="t"/>
              <a:pathLst>
                <a:path extrusionOk="0"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02" name="Google Shape;502;g3a93229af5e_0_7"/>
            <p:cNvSpPr txBox="1"/>
            <p:nvPr/>
          </p:nvSpPr>
          <p:spPr>
            <a:xfrm>
              <a:off x="0" y="-66675"/>
              <a:ext cx="294600" cy="36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3" name="Google Shape;503;g3a93229af5e_0_7"/>
          <p:cNvSpPr/>
          <p:nvPr/>
        </p:nvSpPr>
        <p:spPr>
          <a:xfrm>
            <a:off x="752296" y="1081763"/>
            <a:ext cx="292311" cy="329829"/>
          </a:xfrm>
          <a:custGeom>
            <a:rect b="b" l="l" r="r" t="t"/>
            <a:pathLst>
              <a:path extrusionOk="0" h="659657" w="584621">
                <a:moveTo>
                  <a:pt x="0" y="0"/>
                </a:moveTo>
                <a:lnTo>
                  <a:pt x="584621" y="0"/>
                </a:lnTo>
                <a:lnTo>
                  <a:pt x="584621" y="659657"/>
                </a:lnTo>
                <a:lnTo>
                  <a:pt x="0" y="659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4" name="Google Shape;504;g3a93229af5e_0_7"/>
          <p:cNvSpPr/>
          <p:nvPr/>
        </p:nvSpPr>
        <p:spPr>
          <a:xfrm>
            <a:off x="733935" y="2114812"/>
            <a:ext cx="329033" cy="388813"/>
          </a:xfrm>
          <a:custGeom>
            <a:rect b="b" l="l" r="r" t="t"/>
            <a:pathLst>
              <a:path extrusionOk="0" h="777625" w="658065">
                <a:moveTo>
                  <a:pt x="0" y="0"/>
                </a:moveTo>
                <a:lnTo>
                  <a:pt x="658065" y="0"/>
                </a:lnTo>
                <a:lnTo>
                  <a:pt x="658065" y="777625"/>
                </a:lnTo>
                <a:lnTo>
                  <a:pt x="0" y="777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5" name="Google Shape;505;g3a93229af5e_0_7"/>
          <p:cNvSpPr/>
          <p:nvPr/>
        </p:nvSpPr>
        <p:spPr>
          <a:xfrm>
            <a:off x="727467" y="3180700"/>
            <a:ext cx="341969" cy="341969"/>
          </a:xfrm>
          <a:custGeom>
            <a:rect b="b" l="l" r="r" t="t"/>
            <a:pathLst>
              <a:path extrusionOk="0" h="683938" w="683938">
                <a:moveTo>
                  <a:pt x="0" y="0"/>
                </a:moveTo>
                <a:lnTo>
                  <a:pt x="683938" y="0"/>
                </a:lnTo>
                <a:lnTo>
                  <a:pt x="683938" y="683938"/>
                </a:lnTo>
                <a:lnTo>
                  <a:pt x="0" y="683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6" name="Google Shape;506;g3a93229af5e_0_7"/>
          <p:cNvSpPr/>
          <p:nvPr/>
        </p:nvSpPr>
        <p:spPr>
          <a:xfrm>
            <a:off x="749304" y="4094227"/>
            <a:ext cx="298384" cy="381931"/>
          </a:xfrm>
          <a:custGeom>
            <a:rect b="b" l="l" r="r" t="t"/>
            <a:pathLst>
              <a:path extrusionOk="0" h="763861" w="596767">
                <a:moveTo>
                  <a:pt x="0" y="0"/>
                </a:moveTo>
                <a:lnTo>
                  <a:pt x="596767" y="0"/>
                </a:lnTo>
                <a:lnTo>
                  <a:pt x="596767" y="763862"/>
                </a:lnTo>
                <a:lnTo>
                  <a:pt x="0" y="763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7" name="Google Shape;507;g3a93229af5e_0_7"/>
          <p:cNvSpPr/>
          <p:nvPr/>
        </p:nvSpPr>
        <p:spPr>
          <a:xfrm flipH="1">
            <a:off x="-165790" y="4286147"/>
            <a:ext cx="1298154" cy="1518309"/>
          </a:xfrm>
          <a:custGeom>
            <a:rect b="b" l="l" r="r" t="t"/>
            <a:pathLst>
              <a:path extrusionOk="0" h="3036617" w="2596308">
                <a:moveTo>
                  <a:pt x="2596308" y="0"/>
                </a:moveTo>
                <a:lnTo>
                  <a:pt x="0" y="0"/>
                </a:lnTo>
                <a:lnTo>
                  <a:pt x="0" y="3036618"/>
                </a:lnTo>
                <a:lnTo>
                  <a:pt x="2596308" y="3036618"/>
                </a:lnTo>
                <a:lnTo>
                  <a:pt x="2596308" y="0"/>
                </a:lnTo>
                <a:close/>
              </a:path>
            </a:pathLst>
          </a:custGeom>
          <a:blipFill rotWithShape="1">
            <a:blip r:embed="rId7">
              <a:alphaModFix amt="1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g3a93229af5e_0_7"/>
          <p:cNvSpPr/>
          <p:nvPr/>
        </p:nvSpPr>
        <p:spPr>
          <a:xfrm flipH="1" rot="10800000">
            <a:off x="7664702" y="-563244"/>
            <a:ext cx="1649840" cy="1929638"/>
          </a:xfrm>
          <a:custGeom>
            <a:rect b="b" l="l" r="r" t="t"/>
            <a:pathLst>
              <a:path extrusionOk="0" h="3859276" w="3299681">
                <a:moveTo>
                  <a:pt x="0" y="3859277"/>
                </a:moveTo>
                <a:lnTo>
                  <a:pt x="3299681" y="3859277"/>
                </a:lnTo>
                <a:lnTo>
                  <a:pt x="3299681" y="0"/>
                </a:lnTo>
                <a:lnTo>
                  <a:pt x="0" y="0"/>
                </a:lnTo>
                <a:lnTo>
                  <a:pt x="0" y="3859277"/>
                </a:lnTo>
                <a:close/>
              </a:path>
            </a:pathLst>
          </a:custGeom>
          <a:blipFill rotWithShape="1">
            <a:blip r:embed="rId7">
              <a:alphaModFix amt="1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9" name="Google Shape;509;g3a93229af5e_0_7"/>
          <p:cNvGrpSpPr/>
          <p:nvPr/>
        </p:nvGrpSpPr>
        <p:grpSpPr>
          <a:xfrm>
            <a:off x="5894642" y="-92682"/>
            <a:ext cx="3233905" cy="5270251"/>
            <a:chOff x="0" y="-66675"/>
            <a:chExt cx="1703400" cy="2776008"/>
          </a:xfrm>
        </p:grpSpPr>
        <p:sp>
          <p:nvSpPr>
            <p:cNvPr id="510" name="Google Shape;510;g3a93229af5e_0_7"/>
            <p:cNvSpPr/>
            <p:nvPr/>
          </p:nvSpPr>
          <p:spPr>
            <a:xfrm>
              <a:off x="0" y="0"/>
              <a:ext cx="1703264" cy="2709333"/>
            </a:xfrm>
            <a:custGeom>
              <a:rect b="b" l="l" r="r" t="t"/>
              <a:pathLst>
                <a:path extrusionOk="0" h="2709333" w="1703264">
                  <a:moveTo>
                    <a:pt x="0" y="0"/>
                  </a:moveTo>
                  <a:lnTo>
                    <a:pt x="1703264" y="0"/>
                  </a:lnTo>
                  <a:lnTo>
                    <a:pt x="17032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11" name="Google Shape;511;g3a93229af5e_0_7"/>
            <p:cNvSpPr txBox="1"/>
            <p:nvPr/>
          </p:nvSpPr>
          <p:spPr>
            <a:xfrm>
              <a:off x="0" y="-66675"/>
              <a:ext cx="1703400" cy="2775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2" name="Google Shape;512;g3a93229af5e_0_7"/>
          <p:cNvSpPr/>
          <p:nvPr/>
        </p:nvSpPr>
        <p:spPr>
          <a:xfrm flipH="1" rot="10800000">
            <a:off x="7873389" y="-367454"/>
            <a:ext cx="1586212" cy="1855218"/>
          </a:xfrm>
          <a:custGeom>
            <a:rect b="b" l="l" r="r" t="t"/>
            <a:pathLst>
              <a:path extrusionOk="0" h="3710436" w="3172423">
                <a:moveTo>
                  <a:pt x="0" y="3710436"/>
                </a:moveTo>
                <a:lnTo>
                  <a:pt x="3172422" y="3710436"/>
                </a:lnTo>
                <a:lnTo>
                  <a:pt x="3172422" y="0"/>
                </a:lnTo>
                <a:lnTo>
                  <a:pt x="0" y="0"/>
                </a:lnTo>
                <a:lnTo>
                  <a:pt x="0" y="3710436"/>
                </a:lnTo>
                <a:close/>
              </a:path>
            </a:pathLst>
          </a:custGeom>
          <a:blipFill rotWithShape="1">
            <a:blip r:embed="rId8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3" name="Google Shape;513;g3a93229af5e_0_7"/>
          <p:cNvSpPr txBox="1"/>
          <p:nvPr/>
        </p:nvSpPr>
        <p:spPr>
          <a:xfrm>
            <a:off x="514350" y="160027"/>
            <a:ext cx="468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182E"/>
                </a:solidFill>
                <a:latin typeface="Montserrat"/>
                <a:ea typeface="Montserrat"/>
                <a:cs typeface="Montserrat"/>
                <a:sym typeface="Montserrat"/>
              </a:rPr>
              <a:t>Valor agregado</a:t>
            </a:r>
            <a:endParaRPr sz="700"/>
          </a:p>
        </p:txBody>
      </p:sp>
      <p:sp>
        <p:nvSpPr>
          <p:cNvPr id="514" name="Google Shape;514;g3a93229af5e_0_7"/>
          <p:cNvSpPr txBox="1"/>
          <p:nvPr/>
        </p:nvSpPr>
        <p:spPr>
          <a:xfrm>
            <a:off x="1293060" y="1085594"/>
            <a:ext cx="3279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Lo principal es la </a:t>
            </a:r>
            <a:r>
              <a:rPr lang="en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creación</a:t>
            </a: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de un plug-in con enfoque inclusivo para el E-commerce.</a:t>
            </a:r>
            <a:endParaRPr sz="700"/>
          </a:p>
        </p:txBody>
      </p:sp>
      <p:sp>
        <p:nvSpPr>
          <p:cNvPr id="515" name="Google Shape;515;g3a93229af5e_0_7"/>
          <p:cNvSpPr txBox="1"/>
          <p:nvPr/>
        </p:nvSpPr>
        <p:spPr>
          <a:xfrm>
            <a:off x="1321649" y="3250625"/>
            <a:ext cx="3400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La escalabilidad se vera en torno de como vaya evolucionando el futuro del proyecto.</a:t>
            </a:r>
            <a:endParaRPr sz="700"/>
          </a:p>
        </p:txBody>
      </p:sp>
      <p:sp>
        <p:nvSpPr>
          <p:cNvPr id="516" name="Google Shape;516;g3a93229af5e_0_7"/>
          <p:cNvSpPr txBox="1"/>
          <p:nvPr/>
        </p:nvSpPr>
        <p:spPr>
          <a:xfrm>
            <a:off x="1321649" y="2131809"/>
            <a:ext cx="3767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Por medio de los comandos de voz, se podrá navegar por la totalidad del E-commerce en cuestión.</a:t>
            </a:r>
            <a:endParaRPr sz="700"/>
          </a:p>
        </p:txBody>
      </p:sp>
      <p:sp>
        <p:nvSpPr>
          <p:cNvPr id="517" name="Google Shape;517;g3a93229af5e_0_7"/>
          <p:cNvSpPr txBox="1"/>
          <p:nvPr/>
        </p:nvSpPr>
        <p:spPr>
          <a:xfrm>
            <a:off x="1401161" y="4247396"/>
            <a:ext cx="34761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Si, es factible llevarlo al mudo real en un entorno laboral.</a:t>
            </a:r>
            <a:endParaRPr sz="700"/>
          </a:p>
        </p:txBody>
      </p:sp>
      <p:sp>
        <p:nvSpPr>
          <p:cNvPr id="518" name="Google Shape;518;g3a93229af5e_0_7"/>
          <p:cNvSpPr txBox="1"/>
          <p:nvPr/>
        </p:nvSpPr>
        <p:spPr>
          <a:xfrm>
            <a:off x="1293060" y="906088"/>
            <a:ext cx="137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Innovación</a:t>
            </a:r>
            <a:endParaRPr sz="700"/>
          </a:p>
        </p:txBody>
      </p:sp>
      <p:sp>
        <p:nvSpPr>
          <p:cNvPr id="519" name="Google Shape;519;g3a93229af5e_0_7"/>
          <p:cNvSpPr txBox="1"/>
          <p:nvPr/>
        </p:nvSpPr>
        <p:spPr>
          <a:xfrm>
            <a:off x="1293060" y="3024089"/>
            <a:ext cx="137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endParaRPr sz="700"/>
          </a:p>
        </p:txBody>
      </p:sp>
      <p:sp>
        <p:nvSpPr>
          <p:cNvPr id="520" name="Google Shape;520;g3a93229af5e_0_7"/>
          <p:cNvSpPr txBox="1"/>
          <p:nvPr/>
        </p:nvSpPr>
        <p:spPr>
          <a:xfrm>
            <a:off x="1321649" y="1941224"/>
            <a:ext cx="137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Comandos </a:t>
            </a:r>
            <a:endParaRPr sz="700"/>
          </a:p>
        </p:txBody>
      </p:sp>
      <p:sp>
        <p:nvSpPr>
          <p:cNvPr id="521" name="Google Shape;521;g3a93229af5e_0_7"/>
          <p:cNvSpPr txBox="1"/>
          <p:nvPr/>
        </p:nvSpPr>
        <p:spPr>
          <a:xfrm>
            <a:off x="1401161" y="4004141"/>
            <a:ext cx="135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Factibilidad</a:t>
            </a:r>
            <a:endParaRPr sz="700"/>
          </a:p>
        </p:txBody>
      </p:sp>
      <p:pic>
        <p:nvPicPr>
          <p:cNvPr id="522" name="Google Shape;522;g3a93229af5e_0_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8562" y="1487774"/>
            <a:ext cx="3206076" cy="22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500"/>
              <a:t>Obstáculos presentados durante el desarrollo</a:t>
            </a:r>
            <a:endParaRPr sz="2500"/>
          </a:p>
        </p:txBody>
      </p:sp>
      <p:sp>
        <p:nvSpPr>
          <p:cNvPr id="528" name="Google Shape;528;p20"/>
          <p:cNvSpPr/>
          <p:nvPr/>
        </p:nvSpPr>
        <p:spPr>
          <a:xfrm>
            <a:off x="4188850" y="1339442"/>
            <a:ext cx="796800" cy="79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0"/>
          <p:cNvSpPr txBox="1"/>
          <p:nvPr/>
        </p:nvSpPr>
        <p:spPr>
          <a:xfrm>
            <a:off x="738365" y="1509254"/>
            <a:ext cx="24549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Tiempo</a:t>
            </a:r>
            <a:endParaRPr b="1" i="0" sz="20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0" name="Google Shape;530;p20"/>
          <p:cNvSpPr txBox="1"/>
          <p:nvPr/>
        </p:nvSpPr>
        <p:spPr>
          <a:xfrm>
            <a:off x="5976200" y="1472950"/>
            <a:ext cx="2455200" cy="49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600" u="none" cap="none" strike="noStrik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Coordinación grupal</a:t>
            </a:r>
            <a:endParaRPr b="1" i="0" sz="16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1" name="Google Shape;531;p20"/>
          <p:cNvSpPr txBox="1"/>
          <p:nvPr/>
        </p:nvSpPr>
        <p:spPr>
          <a:xfrm>
            <a:off x="5976201" y="3467800"/>
            <a:ext cx="277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300" u="none" cap="none" strike="noStrik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Problemas de </a:t>
            </a:r>
            <a:r>
              <a:rPr b="1" lang="en" sz="13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Formalización </a:t>
            </a:r>
            <a:r>
              <a:rPr b="1" i="0" lang="en" sz="1300" u="none" cap="none" strike="noStrik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de documentos</a:t>
            </a:r>
            <a:endParaRPr b="1" i="0" sz="13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532" name="Google Shape;532;p20"/>
          <p:cNvCxnSpPr>
            <a:stCxn id="528" idx="1"/>
            <a:endCxn id="529" idx="3"/>
          </p:cNvCxnSpPr>
          <p:nvPr/>
        </p:nvCxnSpPr>
        <p:spPr>
          <a:xfrm rot="10800000">
            <a:off x="3193150" y="1737842"/>
            <a:ext cx="995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33" name="Google Shape;533;p20"/>
          <p:cNvCxnSpPr>
            <a:stCxn id="528" idx="3"/>
            <a:endCxn id="530" idx="1"/>
          </p:cNvCxnSpPr>
          <p:nvPr/>
        </p:nvCxnSpPr>
        <p:spPr>
          <a:xfrm flipH="1" rot="10800000">
            <a:off x="4985650" y="1719842"/>
            <a:ext cx="990600" cy="180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34" name="Google Shape;534;p20"/>
          <p:cNvCxnSpPr>
            <a:stCxn id="528" idx="2"/>
            <a:endCxn id="531" idx="0"/>
          </p:cNvCxnSpPr>
          <p:nvPr/>
        </p:nvCxnSpPr>
        <p:spPr>
          <a:xfrm flipH="1" rot="-5400000">
            <a:off x="5308900" y="1414592"/>
            <a:ext cx="1331700" cy="27750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35" name="Google Shape;535;p20"/>
          <p:cNvSpPr/>
          <p:nvPr/>
        </p:nvSpPr>
        <p:spPr>
          <a:xfrm>
            <a:off x="4401112" y="1568295"/>
            <a:ext cx="372275" cy="339112"/>
          </a:xfrm>
          <a:custGeom>
            <a:rect b="b" l="l" r="r" t="t"/>
            <a:pathLst>
              <a:path extrusionOk="0" h="19265" w="21149">
                <a:moveTo>
                  <a:pt x="10580" y="3417"/>
                </a:moveTo>
                <a:cubicBezTo>
                  <a:pt x="12186" y="3417"/>
                  <a:pt x="13773" y="4040"/>
                  <a:pt x="14967" y="5236"/>
                </a:cubicBezTo>
                <a:cubicBezTo>
                  <a:pt x="16933" y="7199"/>
                  <a:pt x="17352" y="10231"/>
                  <a:pt x="15997" y="12655"/>
                </a:cubicBezTo>
                <a:lnTo>
                  <a:pt x="7550" y="4209"/>
                </a:lnTo>
                <a:cubicBezTo>
                  <a:pt x="8500" y="3676"/>
                  <a:pt x="9544" y="3417"/>
                  <a:pt x="10580" y="3417"/>
                </a:cubicBezTo>
                <a:close/>
                <a:moveTo>
                  <a:pt x="5156" y="6603"/>
                </a:moveTo>
                <a:lnTo>
                  <a:pt x="13600" y="15049"/>
                </a:lnTo>
                <a:cubicBezTo>
                  <a:pt x="12650" y="15584"/>
                  <a:pt x="11607" y="15844"/>
                  <a:pt x="10570" y="15844"/>
                </a:cubicBezTo>
                <a:cubicBezTo>
                  <a:pt x="8964" y="15844"/>
                  <a:pt x="7375" y="15218"/>
                  <a:pt x="6183" y="14019"/>
                </a:cubicBezTo>
                <a:cubicBezTo>
                  <a:pt x="4210" y="12059"/>
                  <a:pt x="3789" y="9024"/>
                  <a:pt x="5156" y="6603"/>
                </a:cubicBezTo>
                <a:close/>
                <a:moveTo>
                  <a:pt x="10574" y="0"/>
                </a:moveTo>
                <a:cubicBezTo>
                  <a:pt x="8127" y="0"/>
                  <a:pt x="5681" y="948"/>
                  <a:pt x="3789" y="2842"/>
                </a:cubicBezTo>
                <a:cubicBezTo>
                  <a:pt x="1" y="6630"/>
                  <a:pt x="1" y="12628"/>
                  <a:pt x="3789" y="16413"/>
                </a:cubicBezTo>
                <a:cubicBezTo>
                  <a:pt x="5662" y="18289"/>
                  <a:pt x="8113" y="19265"/>
                  <a:pt x="10576" y="19265"/>
                </a:cubicBezTo>
                <a:cubicBezTo>
                  <a:pt x="13036" y="19265"/>
                  <a:pt x="15488" y="18289"/>
                  <a:pt x="17361" y="16413"/>
                </a:cubicBezTo>
                <a:cubicBezTo>
                  <a:pt x="21149" y="12625"/>
                  <a:pt x="21149" y="6630"/>
                  <a:pt x="17361" y="2842"/>
                </a:cubicBezTo>
                <a:cubicBezTo>
                  <a:pt x="15467" y="948"/>
                  <a:pt x="13020" y="0"/>
                  <a:pt x="10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Resultados obtenidos</a:t>
            </a:r>
            <a:endParaRPr/>
          </a:p>
        </p:txBody>
      </p:sp>
      <p:sp>
        <p:nvSpPr>
          <p:cNvPr id="541" name="Google Shape;541;p12"/>
          <p:cNvSpPr txBox="1"/>
          <p:nvPr>
            <p:ph idx="1" type="subTitle"/>
          </p:nvPr>
        </p:nvSpPr>
        <p:spPr>
          <a:xfrm>
            <a:off x="1811950" y="1138388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Lograr aplicar Scrum de manera correcta</a:t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1051100" y="117928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5133525" y="194953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1051100" y="371413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1051100" y="286918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5133525" y="114548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1051100" y="202423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8" name="Google Shape;548;p12"/>
          <p:cNvGrpSpPr/>
          <p:nvPr/>
        </p:nvGrpSpPr>
        <p:grpSpPr>
          <a:xfrm>
            <a:off x="1111079" y="3774134"/>
            <a:ext cx="427546" cy="427522"/>
            <a:chOff x="3077329" y="1480816"/>
            <a:chExt cx="500463" cy="500435"/>
          </a:xfrm>
        </p:grpSpPr>
        <p:sp>
          <p:nvSpPr>
            <p:cNvPr id="549" name="Google Shape;549;p12"/>
            <p:cNvSpPr/>
            <p:nvPr/>
          </p:nvSpPr>
          <p:spPr>
            <a:xfrm>
              <a:off x="3107487" y="1480816"/>
              <a:ext cx="439955" cy="352974"/>
            </a:xfrm>
            <a:custGeom>
              <a:rect b="b" l="l" r="r" t="t"/>
              <a:pathLst>
                <a:path extrusionOk="0" h="12933" w="16120">
                  <a:moveTo>
                    <a:pt x="0" y="0"/>
                  </a:moveTo>
                  <a:lnTo>
                    <a:pt x="0" y="3225"/>
                  </a:lnTo>
                  <a:lnTo>
                    <a:pt x="1077" y="3225"/>
                  </a:lnTo>
                  <a:lnTo>
                    <a:pt x="1077" y="6447"/>
                  </a:lnTo>
                  <a:lnTo>
                    <a:pt x="4302" y="6447"/>
                  </a:lnTo>
                  <a:lnTo>
                    <a:pt x="4302" y="9136"/>
                  </a:lnTo>
                  <a:cubicBezTo>
                    <a:pt x="4302" y="11211"/>
                    <a:pt x="5989" y="12933"/>
                    <a:pt x="8060" y="12933"/>
                  </a:cubicBezTo>
                  <a:cubicBezTo>
                    <a:pt x="10138" y="12933"/>
                    <a:pt x="11818" y="11211"/>
                    <a:pt x="11818" y="9136"/>
                  </a:cubicBezTo>
                  <a:lnTo>
                    <a:pt x="11818" y="6447"/>
                  </a:lnTo>
                  <a:lnTo>
                    <a:pt x="15043" y="6447"/>
                  </a:lnTo>
                  <a:lnTo>
                    <a:pt x="15043" y="3225"/>
                  </a:lnTo>
                  <a:lnTo>
                    <a:pt x="16120" y="3225"/>
                  </a:lnTo>
                  <a:lnTo>
                    <a:pt x="16120" y="0"/>
                  </a:lnTo>
                  <a:lnTo>
                    <a:pt x="12894" y="0"/>
                  </a:lnTo>
                  <a:lnTo>
                    <a:pt x="12894" y="3225"/>
                  </a:lnTo>
                  <a:lnTo>
                    <a:pt x="13971" y="3225"/>
                  </a:lnTo>
                  <a:lnTo>
                    <a:pt x="13971" y="5371"/>
                  </a:lnTo>
                  <a:lnTo>
                    <a:pt x="11822" y="5371"/>
                  </a:lnTo>
                  <a:lnTo>
                    <a:pt x="11822" y="2149"/>
                  </a:lnTo>
                  <a:lnTo>
                    <a:pt x="10745" y="2149"/>
                  </a:lnTo>
                  <a:lnTo>
                    <a:pt x="10745" y="9129"/>
                  </a:lnTo>
                  <a:cubicBezTo>
                    <a:pt x="10745" y="10611"/>
                    <a:pt x="9542" y="11853"/>
                    <a:pt x="8060" y="11853"/>
                  </a:cubicBezTo>
                  <a:cubicBezTo>
                    <a:pt x="6578" y="11853"/>
                    <a:pt x="5375" y="10611"/>
                    <a:pt x="5375" y="9129"/>
                  </a:cubicBezTo>
                  <a:lnTo>
                    <a:pt x="5375" y="2149"/>
                  </a:lnTo>
                  <a:lnTo>
                    <a:pt x="4298" y="2149"/>
                  </a:lnTo>
                  <a:lnTo>
                    <a:pt x="4298" y="5371"/>
                  </a:lnTo>
                  <a:lnTo>
                    <a:pt x="2149" y="5371"/>
                  </a:lnTo>
                  <a:lnTo>
                    <a:pt x="2149" y="3225"/>
                  </a:lnTo>
                  <a:lnTo>
                    <a:pt x="3226" y="3225"/>
                  </a:lnTo>
                  <a:lnTo>
                    <a:pt x="32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2"/>
            <p:cNvSpPr/>
            <p:nvPr/>
          </p:nvSpPr>
          <p:spPr>
            <a:xfrm>
              <a:off x="3224790" y="1480816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2"/>
            <p:cNvSpPr/>
            <p:nvPr/>
          </p:nvSpPr>
          <p:spPr>
            <a:xfrm>
              <a:off x="3400635" y="1480816"/>
              <a:ext cx="29421" cy="29394"/>
            </a:xfrm>
            <a:custGeom>
              <a:rect b="b" l="l" r="r" t="t"/>
              <a:pathLst>
                <a:path extrusionOk="0" h="1077" w="1078">
                  <a:moveTo>
                    <a:pt x="1" y="0"/>
                  </a:moveTo>
                  <a:lnTo>
                    <a:pt x="1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2"/>
            <p:cNvSpPr/>
            <p:nvPr/>
          </p:nvSpPr>
          <p:spPr>
            <a:xfrm>
              <a:off x="3283441" y="1510183"/>
              <a:ext cx="87964" cy="264874"/>
            </a:xfrm>
            <a:custGeom>
              <a:rect b="b" l="l" r="r" t="t"/>
              <a:pathLst>
                <a:path extrusionOk="0" h="9705" w="3223">
                  <a:moveTo>
                    <a:pt x="0" y="0"/>
                  </a:moveTo>
                  <a:lnTo>
                    <a:pt x="0" y="3222"/>
                  </a:lnTo>
                  <a:lnTo>
                    <a:pt x="1077" y="3222"/>
                  </a:lnTo>
                  <a:lnTo>
                    <a:pt x="1077" y="6447"/>
                  </a:lnTo>
                  <a:lnTo>
                    <a:pt x="0" y="6447"/>
                  </a:lnTo>
                  <a:lnTo>
                    <a:pt x="0" y="8060"/>
                  </a:lnTo>
                  <a:cubicBezTo>
                    <a:pt x="0" y="8946"/>
                    <a:pt x="724" y="9704"/>
                    <a:pt x="1613" y="9704"/>
                  </a:cubicBezTo>
                  <a:cubicBezTo>
                    <a:pt x="2502" y="9704"/>
                    <a:pt x="3222" y="8946"/>
                    <a:pt x="3222" y="8060"/>
                  </a:cubicBezTo>
                  <a:lnTo>
                    <a:pt x="3222" y="6447"/>
                  </a:lnTo>
                  <a:lnTo>
                    <a:pt x="2146" y="6447"/>
                  </a:lnTo>
                  <a:lnTo>
                    <a:pt x="2146" y="3226"/>
                  </a:lnTo>
                  <a:lnTo>
                    <a:pt x="3222" y="3226"/>
                  </a:lnTo>
                  <a:lnTo>
                    <a:pt x="32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2"/>
            <p:cNvSpPr/>
            <p:nvPr/>
          </p:nvSpPr>
          <p:spPr>
            <a:xfrm>
              <a:off x="3077329" y="1686028"/>
              <a:ext cx="500463" cy="295223"/>
            </a:xfrm>
            <a:custGeom>
              <a:rect b="b" l="l" r="r" t="t"/>
              <a:pathLst>
                <a:path extrusionOk="0" h="10817" w="18337">
                  <a:moveTo>
                    <a:pt x="1" y="1"/>
                  </a:moveTo>
                  <a:lnTo>
                    <a:pt x="1" y="3177"/>
                  </a:lnTo>
                  <a:lnTo>
                    <a:pt x="1875" y="3487"/>
                  </a:lnTo>
                  <a:cubicBezTo>
                    <a:pt x="2055" y="4196"/>
                    <a:pt x="2333" y="4874"/>
                    <a:pt x="2711" y="5506"/>
                  </a:cubicBezTo>
                  <a:lnTo>
                    <a:pt x="1628" y="7026"/>
                  </a:lnTo>
                  <a:lnTo>
                    <a:pt x="3787" y="9190"/>
                  </a:lnTo>
                  <a:lnTo>
                    <a:pt x="5308" y="8103"/>
                  </a:lnTo>
                  <a:cubicBezTo>
                    <a:pt x="5940" y="8484"/>
                    <a:pt x="6614" y="8759"/>
                    <a:pt x="7330" y="8943"/>
                  </a:cubicBezTo>
                  <a:lnTo>
                    <a:pt x="7641" y="10816"/>
                  </a:lnTo>
                  <a:lnTo>
                    <a:pt x="10696" y="10816"/>
                  </a:lnTo>
                  <a:lnTo>
                    <a:pt x="11003" y="8943"/>
                  </a:lnTo>
                  <a:cubicBezTo>
                    <a:pt x="11716" y="8759"/>
                    <a:pt x="12394" y="8484"/>
                    <a:pt x="13025" y="8103"/>
                  </a:cubicBezTo>
                  <a:lnTo>
                    <a:pt x="14546" y="9190"/>
                  </a:lnTo>
                  <a:lnTo>
                    <a:pt x="16709" y="7026"/>
                  </a:lnTo>
                  <a:lnTo>
                    <a:pt x="15623" y="5506"/>
                  </a:lnTo>
                  <a:cubicBezTo>
                    <a:pt x="16004" y="4874"/>
                    <a:pt x="16279" y="4200"/>
                    <a:pt x="16462" y="3487"/>
                  </a:cubicBezTo>
                  <a:lnTo>
                    <a:pt x="18336" y="3177"/>
                  </a:lnTo>
                  <a:lnTo>
                    <a:pt x="18336" y="1"/>
                  </a:lnTo>
                  <a:lnTo>
                    <a:pt x="14003" y="1"/>
                  </a:lnTo>
                  <a:lnTo>
                    <a:pt x="14003" y="1610"/>
                  </a:lnTo>
                  <a:lnTo>
                    <a:pt x="13996" y="1610"/>
                  </a:lnTo>
                  <a:cubicBezTo>
                    <a:pt x="13996" y="4281"/>
                    <a:pt x="11829" y="6479"/>
                    <a:pt x="9161" y="6479"/>
                  </a:cubicBezTo>
                  <a:cubicBezTo>
                    <a:pt x="6494" y="6479"/>
                    <a:pt x="4331" y="4285"/>
                    <a:pt x="4331" y="1610"/>
                  </a:cubicBezTo>
                  <a:lnTo>
                    <a:pt x="43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p12"/>
          <p:cNvGrpSpPr/>
          <p:nvPr/>
        </p:nvGrpSpPr>
        <p:grpSpPr>
          <a:xfrm>
            <a:off x="5193552" y="2045403"/>
            <a:ext cx="427452" cy="375690"/>
            <a:chOff x="7005538" y="1511138"/>
            <a:chExt cx="500353" cy="439764"/>
          </a:xfrm>
        </p:grpSpPr>
        <p:sp>
          <p:nvSpPr>
            <p:cNvPr id="555" name="Google Shape;555;p12"/>
            <p:cNvSpPr/>
            <p:nvPr/>
          </p:nvSpPr>
          <p:spPr>
            <a:xfrm>
              <a:off x="7005538" y="1511138"/>
              <a:ext cx="500353" cy="439764"/>
            </a:xfrm>
            <a:custGeom>
              <a:rect b="b" l="l" r="r" t="t"/>
              <a:pathLst>
                <a:path extrusionOk="0" h="16113" w="18333">
                  <a:moveTo>
                    <a:pt x="11318" y="3226"/>
                  </a:moveTo>
                  <a:cubicBezTo>
                    <a:pt x="13978" y="3226"/>
                    <a:pt x="16152" y="5392"/>
                    <a:pt x="16152" y="8060"/>
                  </a:cubicBezTo>
                  <a:cubicBezTo>
                    <a:pt x="16152" y="10724"/>
                    <a:pt x="13982" y="12895"/>
                    <a:pt x="11318" y="12895"/>
                  </a:cubicBezTo>
                  <a:cubicBezTo>
                    <a:pt x="8653" y="12895"/>
                    <a:pt x="6480" y="10724"/>
                    <a:pt x="6480" y="8060"/>
                  </a:cubicBezTo>
                  <a:cubicBezTo>
                    <a:pt x="6480" y="5392"/>
                    <a:pt x="8653" y="3226"/>
                    <a:pt x="11318" y="3226"/>
                  </a:cubicBezTo>
                  <a:close/>
                  <a:moveTo>
                    <a:pt x="1" y="1"/>
                  </a:moveTo>
                  <a:lnTo>
                    <a:pt x="1" y="3226"/>
                  </a:lnTo>
                  <a:lnTo>
                    <a:pt x="1077" y="3226"/>
                  </a:lnTo>
                  <a:lnTo>
                    <a:pt x="1077" y="5371"/>
                  </a:lnTo>
                  <a:lnTo>
                    <a:pt x="4302" y="5371"/>
                  </a:lnTo>
                  <a:lnTo>
                    <a:pt x="4302" y="7520"/>
                  </a:lnTo>
                  <a:lnTo>
                    <a:pt x="3226" y="7520"/>
                  </a:lnTo>
                  <a:lnTo>
                    <a:pt x="3226" y="6444"/>
                  </a:lnTo>
                  <a:lnTo>
                    <a:pt x="1" y="6444"/>
                  </a:lnTo>
                  <a:lnTo>
                    <a:pt x="1" y="9669"/>
                  </a:lnTo>
                  <a:lnTo>
                    <a:pt x="3226" y="9669"/>
                  </a:lnTo>
                  <a:lnTo>
                    <a:pt x="3226" y="8593"/>
                  </a:lnTo>
                  <a:lnTo>
                    <a:pt x="4302" y="8593"/>
                  </a:lnTo>
                  <a:lnTo>
                    <a:pt x="4302" y="10742"/>
                  </a:lnTo>
                  <a:lnTo>
                    <a:pt x="1077" y="10742"/>
                  </a:lnTo>
                  <a:lnTo>
                    <a:pt x="1077" y="12887"/>
                  </a:lnTo>
                  <a:lnTo>
                    <a:pt x="1" y="12887"/>
                  </a:lnTo>
                  <a:lnTo>
                    <a:pt x="1" y="16113"/>
                  </a:lnTo>
                  <a:lnTo>
                    <a:pt x="3226" y="16113"/>
                  </a:lnTo>
                  <a:lnTo>
                    <a:pt x="3226" y="12887"/>
                  </a:lnTo>
                  <a:lnTo>
                    <a:pt x="2150" y="12887"/>
                  </a:lnTo>
                  <a:lnTo>
                    <a:pt x="2150" y="11811"/>
                  </a:lnTo>
                  <a:lnTo>
                    <a:pt x="4299" y="11811"/>
                  </a:lnTo>
                  <a:lnTo>
                    <a:pt x="4299" y="15036"/>
                  </a:lnTo>
                  <a:lnTo>
                    <a:pt x="18333" y="15036"/>
                  </a:lnTo>
                  <a:lnTo>
                    <a:pt x="18333" y="1073"/>
                  </a:lnTo>
                  <a:lnTo>
                    <a:pt x="4299" y="1073"/>
                  </a:lnTo>
                  <a:lnTo>
                    <a:pt x="4299" y="4295"/>
                  </a:lnTo>
                  <a:lnTo>
                    <a:pt x="2150" y="4295"/>
                  </a:lnTo>
                  <a:lnTo>
                    <a:pt x="2150" y="3226"/>
                  </a:lnTo>
                  <a:lnTo>
                    <a:pt x="3226" y="3226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2"/>
            <p:cNvSpPr/>
            <p:nvPr/>
          </p:nvSpPr>
          <p:spPr>
            <a:xfrm>
              <a:off x="7211842" y="1628550"/>
              <a:ext cx="205158" cy="205158"/>
            </a:xfrm>
            <a:custGeom>
              <a:rect b="b" l="l" r="r" t="t"/>
              <a:pathLst>
                <a:path extrusionOk="0" h="7517" w="7517">
                  <a:moveTo>
                    <a:pt x="4295" y="1069"/>
                  </a:moveTo>
                  <a:lnTo>
                    <a:pt x="4295" y="4295"/>
                  </a:lnTo>
                  <a:lnTo>
                    <a:pt x="3219" y="4295"/>
                  </a:lnTo>
                  <a:lnTo>
                    <a:pt x="3219" y="1069"/>
                  </a:lnTo>
                  <a:close/>
                  <a:moveTo>
                    <a:pt x="5773" y="1980"/>
                  </a:moveTo>
                  <a:cubicBezTo>
                    <a:pt x="6204" y="2470"/>
                    <a:pt x="6444" y="3098"/>
                    <a:pt x="6444" y="3751"/>
                  </a:cubicBezTo>
                  <a:cubicBezTo>
                    <a:pt x="6444" y="5233"/>
                    <a:pt x="5237" y="6437"/>
                    <a:pt x="3759" y="6437"/>
                  </a:cubicBezTo>
                  <a:cubicBezTo>
                    <a:pt x="2273" y="6437"/>
                    <a:pt x="1070" y="5233"/>
                    <a:pt x="1070" y="3751"/>
                  </a:cubicBezTo>
                  <a:cubicBezTo>
                    <a:pt x="1070" y="3098"/>
                    <a:pt x="1310" y="2470"/>
                    <a:pt x="1740" y="1980"/>
                  </a:cubicBezTo>
                  <a:lnTo>
                    <a:pt x="2548" y="2689"/>
                  </a:lnTo>
                  <a:cubicBezTo>
                    <a:pt x="2287" y="2985"/>
                    <a:pt x="2146" y="3359"/>
                    <a:pt x="2146" y="3751"/>
                  </a:cubicBezTo>
                  <a:cubicBezTo>
                    <a:pt x="2146" y="4640"/>
                    <a:pt x="2869" y="5364"/>
                    <a:pt x="3759" y="5364"/>
                  </a:cubicBezTo>
                  <a:cubicBezTo>
                    <a:pt x="4644" y="5364"/>
                    <a:pt x="5368" y="4640"/>
                    <a:pt x="5368" y="3751"/>
                  </a:cubicBezTo>
                  <a:cubicBezTo>
                    <a:pt x="5368" y="3359"/>
                    <a:pt x="5227" y="2982"/>
                    <a:pt x="4965" y="2689"/>
                  </a:cubicBezTo>
                  <a:lnTo>
                    <a:pt x="5773" y="1980"/>
                  </a:lnTo>
                  <a:close/>
                  <a:moveTo>
                    <a:pt x="3759" y="0"/>
                  </a:moveTo>
                  <a:cubicBezTo>
                    <a:pt x="1684" y="0"/>
                    <a:pt x="0" y="1683"/>
                    <a:pt x="0" y="3758"/>
                  </a:cubicBezTo>
                  <a:cubicBezTo>
                    <a:pt x="0" y="5830"/>
                    <a:pt x="1684" y="7516"/>
                    <a:pt x="3759" y="7516"/>
                  </a:cubicBezTo>
                  <a:cubicBezTo>
                    <a:pt x="5830" y="7516"/>
                    <a:pt x="7517" y="5830"/>
                    <a:pt x="7517" y="3758"/>
                  </a:cubicBezTo>
                  <a:cubicBezTo>
                    <a:pt x="7517" y="1683"/>
                    <a:pt x="5830" y="0"/>
                    <a:pt x="37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7" name="Google Shape;557;p12"/>
          <p:cNvGrpSpPr/>
          <p:nvPr/>
        </p:nvGrpSpPr>
        <p:grpSpPr>
          <a:xfrm>
            <a:off x="1111132" y="1249227"/>
            <a:ext cx="427452" cy="427522"/>
            <a:chOff x="7791235" y="1480816"/>
            <a:chExt cx="500353" cy="500435"/>
          </a:xfrm>
        </p:grpSpPr>
        <p:sp>
          <p:nvSpPr>
            <p:cNvPr id="558" name="Google Shape;558;p12"/>
            <p:cNvSpPr/>
            <p:nvPr/>
          </p:nvSpPr>
          <p:spPr>
            <a:xfrm>
              <a:off x="8203515" y="1598010"/>
              <a:ext cx="88073" cy="89028"/>
            </a:xfrm>
            <a:custGeom>
              <a:rect b="b" l="l" r="r" t="t"/>
              <a:pathLst>
                <a:path extrusionOk="0" h="3262" w="3227">
                  <a:moveTo>
                    <a:pt x="1" y="1"/>
                  </a:moveTo>
                  <a:lnTo>
                    <a:pt x="1" y="1077"/>
                  </a:lnTo>
                  <a:lnTo>
                    <a:pt x="2150" y="1077"/>
                  </a:lnTo>
                  <a:lnTo>
                    <a:pt x="2150" y="3261"/>
                  </a:lnTo>
                  <a:lnTo>
                    <a:pt x="3226" y="3261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2"/>
            <p:cNvSpPr/>
            <p:nvPr/>
          </p:nvSpPr>
          <p:spPr>
            <a:xfrm>
              <a:off x="8203515" y="1892223"/>
              <a:ext cx="88073" cy="89028"/>
            </a:xfrm>
            <a:custGeom>
              <a:rect b="b" l="l" r="r" t="t"/>
              <a:pathLst>
                <a:path extrusionOk="0" h="3262" w="3227">
                  <a:moveTo>
                    <a:pt x="2150" y="1"/>
                  </a:moveTo>
                  <a:lnTo>
                    <a:pt x="2150" y="2185"/>
                  </a:lnTo>
                  <a:lnTo>
                    <a:pt x="1" y="2185"/>
                  </a:lnTo>
                  <a:lnTo>
                    <a:pt x="1" y="3261"/>
                  </a:lnTo>
                  <a:lnTo>
                    <a:pt x="3226" y="3261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2"/>
            <p:cNvSpPr/>
            <p:nvPr/>
          </p:nvSpPr>
          <p:spPr>
            <a:xfrm>
              <a:off x="7791235" y="1598010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0" y="1"/>
                  </a:moveTo>
                  <a:lnTo>
                    <a:pt x="0" y="3261"/>
                  </a:lnTo>
                  <a:lnTo>
                    <a:pt x="1077" y="3261"/>
                  </a:lnTo>
                  <a:lnTo>
                    <a:pt x="1077" y="1077"/>
                  </a:lnTo>
                  <a:lnTo>
                    <a:pt x="3226" y="1077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2"/>
            <p:cNvSpPr/>
            <p:nvPr/>
          </p:nvSpPr>
          <p:spPr>
            <a:xfrm>
              <a:off x="7791235" y="1892223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0" y="1"/>
                  </a:moveTo>
                  <a:lnTo>
                    <a:pt x="0" y="3261"/>
                  </a:lnTo>
                  <a:lnTo>
                    <a:pt x="3226" y="3261"/>
                  </a:lnTo>
                  <a:lnTo>
                    <a:pt x="3226" y="2185"/>
                  </a:lnTo>
                  <a:lnTo>
                    <a:pt x="1077" y="2185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2"/>
            <p:cNvSpPr/>
            <p:nvPr/>
          </p:nvSpPr>
          <p:spPr>
            <a:xfrm>
              <a:off x="7791316" y="1539550"/>
              <a:ext cx="309770" cy="224535"/>
            </a:xfrm>
            <a:custGeom>
              <a:rect b="b" l="l" r="r" t="t"/>
              <a:pathLst>
                <a:path extrusionOk="0" h="8227" w="11350">
                  <a:moveTo>
                    <a:pt x="1" y="1"/>
                  </a:moveTo>
                  <a:lnTo>
                    <a:pt x="1" y="1077"/>
                  </a:lnTo>
                  <a:lnTo>
                    <a:pt x="4553" y="1077"/>
                  </a:lnTo>
                  <a:lnTo>
                    <a:pt x="6758" y="4348"/>
                  </a:lnTo>
                  <a:cubicBezTo>
                    <a:pt x="4645" y="4447"/>
                    <a:pt x="2827" y="5894"/>
                    <a:pt x="2298" y="7958"/>
                  </a:cubicBezTo>
                  <a:lnTo>
                    <a:pt x="3339" y="8226"/>
                  </a:lnTo>
                  <a:cubicBezTo>
                    <a:pt x="3770" y="6568"/>
                    <a:pt x="5262" y="5407"/>
                    <a:pt x="6984" y="5407"/>
                  </a:cubicBezTo>
                  <a:lnTo>
                    <a:pt x="11349" y="5407"/>
                  </a:lnTo>
                  <a:lnTo>
                    <a:pt x="11349" y="4330"/>
                  </a:lnTo>
                  <a:lnTo>
                    <a:pt x="8046" y="4330"/>
                  </a:lnTo>
                  <a:lnTo>
                    <a:pt x="51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2"/>
            <p:cNvSpPr/>
            <p:nvPr/>
          </p:nvSpPr>
          <p:spPr>
            <a:xfrm>
              <a:off x="7791235" y="1480816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2"/>
            <p:cNvSpPr/>
            <p:nvPr/>
          </p:nvSpPr>
          <p:spPr>
            <a:xfrm>
              <a:off x="7849886" y="1480816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2"/>
            <p:cNvSpPr/>
            <p:nvPr/>
          </p:nvSpPr>
          <p:spPr>
            <a:xfrm>
              <a:off x="7908429" y="1480816"/>
              <a:ext cx="29421" cy="29394"/>
            </a:xfrm>
            <a:custGeom>
              <a:rect b="b" l="l" r="r" t="t"/>
              <a:pathLst>
                <a:path extrusionOk="0" h="1077" w="1078">
                  <a:moveTo>
                    <a:pt x="1" y="0"/>
                  </a:moveTo>
                  <a:lnTo>
                    <a:pt x="1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2"/>
            <p:cNvSpPr/>
            <p:nvPr/>
          </p:nvSpPr>
          <p:spPr>
            <a:xfrm>
              <a:off x="8174257" y="1480816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6" y="107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2"/>
            <p:cNvSpPr/>
            <p:nvPr/>
          </p:nvSpPr>
          <p:spPr>
            <a:xfrm>
              <a:off x="8174257" y="1539468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6" y="107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2"/>
            <p:cNvSpPr/>
            <p:nvPr/>
          </p:nvSpPr>
          <p:spPr>
            <a:xfrm>
              <a:off x="8232909" y="1480816"/>
              <a:ext cx="58679" cy="29394"/>
            </a:xfrm>
            <a:custGeom>
              <a:rect b="b" l="l" r="r" t="t"/>
              <a:pathLst>
                <a:path extrusionOk="0" h="1077" w="2150">
                  <a:moveTo>
                    <a:pt x="0" y="0"/>
                  </a:moveTo>
                  <a:lnTo>
                    <a:pt x="0" y="1076"/>
                  </a:lnTo>
                  <a:lnTo>
                    <a:pt x="2149" y="1076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2"/>
            <p:cNvSpPr/>
            <p:nvPr/>
          </p:nvSpPr>
          <p:spPr>
            <a:xfrm>
              <a:off x="8232909" y="1539468"/>
              <a:ext cx="58679" cy="29394"/>
            </a:xfrm>
            <a:custGeom>
              <a:rect b="b" l="l" r="r" t="t"/>
              <a:pathLst>
                <a:path extrusionOk="0" h="1077" w="2150">
                  <a:moveTo>
                    <a:pt x="0" y="0"/>
                  </a:moveTo>
                  <a:lnTo>
                    <a:pt x="0" y="1076"/>
                  </a:lnTo>
                  <a:lnTo>
                    <a:pt x="2149" y="1076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2"/>
            <p:cNvSpPr/>
            <p:nvPr/>
          </p:nvSpPr>
          <p:spPr>
            <a:xfrm>
              <a:off x="8101059" y="1661956"/>
              <a:ext cx="131959" cy="259661"/>
            </a:xfrm>
            <a:custGeom>
              <a:rect b="b" l="l" r="r" t="t"/>
              <a:pathLst>
                <a:path extrusionOk="0" h="9514" w="4835">
                  <a:moveTo>
                    <a:pt x="1211" y="1"/>
                  </a:moveTo>
                  <a:lnTo>
                    <a:pt x="942" y="1038"/>
                  </a:lnTo>
                  <a:cubicBezTo>
                    <a:pt x="2601" y="1465"/>
                    <a:pt x="3758" y="2961"/>
                    <a:pt x="3758" y="4680"/>
                  </a:cubicBezTo>
                  <a:cubicBezTo>
                    <a:pt x="3758" y="6755"/>
                    <a:pt x="2075" y="8438"/>
                    <a:pt x="0" y="8438"/>
                  </a:cubicBezTo>
                  <a:lnTo>
                    <a:pt x="0" y="9514"/>
                  </a:lnTo>
                  <a:cubicBezTo>
                    <a:pt x="2664" y="9514"/>
                    <a:pt x="4835" y="7344"/>
                    <a:pt x="4835" y="4680"/>
                  </a:cubicBezTo>
                  <a:cubicBezTo>
                    <a:pt x="4835" y="2474"/>
                    <a:pt x="3346" y="548"/>
                    <a:pt x="12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2"/>
            <p:cNvSpPr/>
            <p:nvPr/>
          </p:nvSpPr>
          <p:spPr>
            <a:xfrm>
              <a:off x="7849886" y="1789658"/>
              <a:ext cx="221833" cy="131959"/>
            </a:xfrm>
            <a:custGeom>
              <a:rect b="b" l="l" r="r" t="t"/>
              <a:pathLst>
                <a:path extrusionOk="0" h="4835" w="8128">
                  <a:moveTo>
                    <a:pt x="0" y="1"/>
                  </a:moveTo>
                  <a:cubicBezTo>
                    <a:pt x="0" y="2665"/>
                    <a:pt x="2171" y="4835"/>
                    <a:pt x="4835" y="4835"/>
                  </a:cubicBezTo>
                  <a:lnTo>
                    <a:pt x="8127" y="4835"/>
                  </a:lnTo>
                  <a:lnTo>
                    <a:pt x="8127" y="3759"/>
                  </a:lnTo>
                  <a:lnTo>
                    <a:pt x="4835" y="3759"/>
                  </a:lnTo>
                  <a:cubicBezTo>
                    <a:pt x="2760" y="3759"/>
                    <a:pt x="1077" y="2076"/>
                    <a:pt x="10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2"/>
            <p:cNvSpPr/>
            <p:nvPr/>
          </p:nvSpPr>
          <p:spPr>
            <a:xfrm>
              <a:off x="7908429" y="1716378"/>
              <a:ext cx="265856" cy="146697"/>
            </a:xfrm>
            <a:custGeom>
              <a:rect b="b" l="l" r="r" t="t"/>
              <a:pathLst>
                <a:path extrusionOk="0" h="5375" w="9741">
                  <a:moveTo>
                    <a:pt x="2690" y="0"/>
                  </a:moveTo>
                  <a:cubicBezTo>
                    <a:pt x="1208" y="0"/>
                    <a:pt x="1" y="1204"/>
                    <a:pt x="1" y="2686"/>
                  </a:cubicBezTo>
                  <a:cubicBezTo>
                    <a:pt x="1" y="4168"/>
                    <a:pt x="1208" y="5375"/>
                    <a:pt x="2690" y="5375"/>
                  </a:cubicBezTo>
                  <a:lnTo>
                    <a:pt x="2690" y="4298"/>
                  </a:lnTo>
                  <a:cubicBezTo>
                    <a:pt x="1800" y="4298"/>
                    <a:pt x="1077" y="3575"/>
                    <a:pt x="1077" y="2686"/>
                  </a:cubicBezTo>
                  <a:cubicBezTo>
                    <a:pt x="1077" y="1800"/>
                    <a:pt x="1800" y="1077"/>
                    <a:pt x="2690" y="1077"/>
                  </a:cubicBezTo>
                  <a:lnTo>
                    <a:pt x="7055" y="1077"/>
                  </a:lnTo>
                  <a:cubicBezTo>
                    <a:pt x="7940" y="1077"/>
                    <a:pt x="8664" y="1800"/>
                    <a:pt x="8664" y="2686"/>
                  </a:cubicBezTo>
                  <a:cubicBezTo>
                    <a:pt x="8664" y="3571"/>
                    <a:pt x="7940" y="4298"/>
                    <a:pt x="7055" y="4298"/>
                  </a:cubicBezTo>
                  <a:lnTo>
                    <a:pt x="3759" y="4298"/>
                  </a:lnTo>
                  <a:lnTo>
                    <a:pt x="3759" y="5375"/>
                  </a:lnTo>
                  <a:lnTo>
                    <a:pt x="7055" y="5375"/>
                  </a:lnTo>
                  <a:cubicBezTo>
                    <a:pt x="8537" y="5375"/>
                    <a:pt x="9740" y="4168"/>
                    <a:pt x="9740" y="2686"/>
                  </a:cubicBezTo>
                  <a:cubicBezTo>
                    <a:pt x="9740" y="1204"/>
                    <a:pt x="8537" y="0"/>
                    <a:pt x="70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2"/>
            <p:cNvSpPr/>
            <p:nvPr/>
          </p:nvSpPr>
          <p:spPr>
            <a:xfrm>
              <a:off x="7981736" y="1775029"/>
              <a:ext cx="119241" cy="29394"/>
            </a:xfrm>
            <a:custGeom>
              <a:rect b="b" l="l" r="r" t="t"/>
              <a:pathLst>
                <a:path extrusionOk="0" h="1077" w="4369">
                  <a:moveTo>
                    <a:pt x="0" y="0"/>
                  </a:moveTo>
                  <a:lnTo>
                    <a:pt x="0" y="1077"/>
                  </a:lnTo>
                  <a:lnTo>
                    <a:pt x="4369" y="1077"/>
                  </a:lnTo>
                  <a:lnTo>
                    <a:pt x="43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12"/>
          <p:cNvGrpSpPr/>
          <p:nvPr/>
        </p:nvGrpSpPr>
        <p:grpSpPr>
          <a:xfrm>
            <a:off x="5294559" y="1215462"/>
            <a:ext cx="225442" cy="427429"/>
            <a:chOff x="7175925" y="2099592"/>
            <a:chExt cx="263891" cy="500326"/>
          </a:xfrm>
        </p:grpSpPr>
        <p:sp>
          <p:nvSpPr>
            <p:cNvPr id="575" name="Google Shape;575;p12"/>
            <p:cNvSpPr/>
            <p:nvPr/>
          </p:nvSpPr>
          <p:spPr>
            <a:xfrm>
              <a:off x="7175925" y="2158243"/>
              <a:ext cx="263891" cy="59525"/>
            </a:xfrm>
            <a:custGeom>
              <a:rect b="b" l="l" r="r" t="t"/>
              <a:pathLst>
                <a:path extrusionOk="0" h="2181" w="9669">
                  <a:moveTo>
                    <a:pt x="0" y="0"/>
                  </a:moveTo>
                  <a:lnTo>
                    <a:pt x="0" y="2181"/>
                  </a:lnTo>
                  <a:lnTo>
                    <a:pt x="9669" y="2181"/>
                  </a:lnTo>
                  <a:lnTo>
                    <a:pt x="96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2"/>
            <p:cNvSpPr/>
            <p:nvPr/>
          </p:nvSpPr>
          <p:spPr>
            <a:xfrm>
              <a:off x="7175925" y="2540284"/>
              <a:ext cx="263891" cy="59634"/>
            </a:xfrm>
            <a:custGeom>
              <a:rect b="b" l="l" r="r" t="t"/>
              <a:pathLst>
                <a:path extrusionOk="0" h="2185" w="9669">
                  <a:moveTo>
                    <a:pt x="0" y="0"/>
                  </a:moveTo>
                  <a:lnTo>
                    <a:pt x="0" y="2185"/>
                  </a:lnTo>
                  <a:lnTo>
                    <a:pt x="9669" y="2185"/>
                  </a:lnTo>
                  <a:lnTo>
                    <a:pt x="96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2"/>
            <p:cNvSpPr/>
            <p:nvPr/>
          </p:nvSpPr>
          <p:spPr>
            <a:xfrm>
              <a:off x="7175925" y="2247135"/>
              <a:ext cx="263891" cy="263809"/>
            </a:xfrm>
            <a:custGeom>
              <a:rect b="b" l="l" r="r" t="t"/>
              <a:pathLst>
                <a:path extrusionOk="0" h="9666" w="9669">
                  <a:moveTo>
                    <a:pt x="7520" y="1073"/>
                  </a:moveTo>
                  <a:lnTo>
                    <a:pt x="7520" y="2149"/>
                  </a:lnTo>
                  <a:lnTo>
                    <a:pt x="2149" y="2149"/>
                  </a:lnTo>
                  <a:lnTo>
                    <a:pt x="2149" y="1073"/>
                  </a:lnTo>
                  <a:close/>
                  <a:moveTo>
                    <a:pt x="7520" y="3222"/>
                  </a:moveTo>
                  <a:lnTo>
                    <a:pt x="7520" y="4298"/>
                  </a:lnTo>
                  <a:lnTo>
                    <a:pt x="2149" y="4298"/>
                  </a:lnTo>
                  <a:lnTo>
                    <a:pt x="2149" y="3222"/>
                  </a:lnTo>
                  <a:close/>
                  <a:moveTo>
                    <a:pt x="7520" y="5371"/>
                  </a:moveTo>
                  <a:lnTo>
                    <a:pt x="7520" y="6447"/>
                  </a:lnTo>
                  <a:lnTo>
                    <a:pt x="2149" y="6447"/>
                  </a:lnTo>
                  <a:lnTo>
                    <a:pt x="2149" y="5371"/>
                  </a:lnTo>
                  <a:close/>
                  <a:moveTo>
                    <a:pt x="7520" y="7516"/>
                  </a:moveTo>
                  <a:lnTo>
                    <a:pt x="7520" y="8592"/>
                  </a:lnTo>
                  <a:lnTo>
                    <a:pt x="2149" y="8592"/>
                  </a:lnTo>
                  <a:lnTo>
                    <a:pt x="2149" y="7516"/>
                  </a:lnTo>
                  <a:close/>
                  <a:moveTo>
                    <a:pt x="0" y="0"/>
                  </a:moveTo>
                  <a:lnTo>
                    <a:pt x="0" y="9665"/>
                  </a:lnTo>
                  <a:lnTo>
                    <a:pt x="9669" y="9665"/>
                  </a:lnTo>
                  <a:lnTo>
                    <a:pt x="96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2"/>
            <p:cNvSpPr/>
            <p:nvPr/>
          </p:nvSpPr>
          <p:spPr>
            <a:xfrm>
              <a:off x="7234577" y="2099592"/>
              <a:ext cx="146588" cy="29394"/>
            </a:xfrm>
            <a:custGeom>
              <a:rect b="b" l="l" r="r" t="t"/>
              <a:pathLst>
                <a:path extrusionOk="0" h="1077" w="5371">
                  <a:moveTo>
                    <a:pt x="0" y="0"/>
                  </a:moveTo>
                  <a:lnTo>
                    <a:pt x="0" y="1076"/>
                  </a:lnTo>
                  <a:lnTo>
                    <a:pt x="5371" y="1076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9" name="Google Shape;579;p12"/>
          <p:cNvGrpSpPr/>
          <p:nvPr/>
        </p:nvGrpSpPr>
        <p:grpSpPr>
          <a:xfrm>
            <a:off x="1124413" y="2939134"/>
            <a:ext cx="400872" cy="427545"/>
            <a:chOff x="3136662" y="3324506"/>
            <a:chExt cx="469240" cy="500462"/>
          </a:xfrm>
        </p:grpSpPr>
        <p:sp>
          <p:nvSpPr>
            <p:cNvPr id="580" name="Google Shape;580;p12"/>
            <p:cNvSpPr/>
            <p:nvPr/>
          </p:nvSpPr>
          <p:spPr>
            <a:xfrm>
              <a:off x="3166138" y="3324506"/>
              <a:ext cx="293285" cy="117249"/>
            </a:xfrm>
            <a:custGeom>
              <a:rect b="b" l="l" r="r" t="t"/>
              <a:pathLst>
                <a:path extrusionOk="0" h="4296" w="10746">
                  <a:moveTo>
                    <a:pt x="0" y="1"/>
                  </a:moveTo>
                  <a:lnTo>
                    <a:pt x="0" y="1610"/>
                  </a:lnTo>
                  <a:cubicBezTo>
                    <a:pt x="0" y="3092"/>
                    <a:pt x="1204" y="4295"/>
                    <a:pt x="2686" y="4295"/>
                  </a:cubicBezTo>
                  <a:lnTo>
                    <a:pt x="10745" y="4295"/>
                  </a:lnTo>
                  <a:lnTo>
                    <a:pt x="10745" y="2686"/>
                  </a:lnTo>
                  <a:cubicBezTo>
                    <a:pt x="10745" y="1800"/>
                    <a:pt x="10022" y="1077"/>
                    <a:pt x="9136" y="1077"/>
                  </a:cubicBezTo>
                  <a:lnTo>
                    <a:pt x="3762" y="1077"/>
                  </a:lnTo>
                  <a:cubicBezTo>
                    <a:pt x="3466" y="1077"/>
                    <a:pt x="3226" y="834"/>
                    <a:pt x="3226" y="537"/>
                  </a:cubicBez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2"/>
            <p:cNvSpPr/>
            <p:nvPr/>
          </p:nvSpPr>
          <p:spPr>
            <a:xfrm>
              <a:off x="3166138" y="3529746"/>
              <a:ext cx="322570" cy="58679"/>
            </a:xfrm>
            <a:custGeom>
              <a:rect b="b" l="l" r="r" t="t"/>
              <a:pathLst>
                <a:path extrusionOk="0" h="2150" w="11819">
                  <a:moveTo>
                    <a:pt x="0" y="1"/>
                  </a:moveTo>
                  <a:lnTo>
                    <a:pt x="0" y="2150"/>
                  </a:lnTo>
                  <a:lnTo>
                    <a:pt x="4298" y="2150"/>
                  </a:lnTo>
                  <a:lnTo>
                    <a:pt x="4298" y="1073"/>
                  </a:lnTo>
                  <a:lnTo>
                    <a:pt x="7520" y="1073"/>
                  </a:lnTo>
                  <a:lnTo>
                    <a:pt x="7520" y="2150"/>
                  </a:lnTo>
                  <a:lnTo>
                    <a:pt x="11818" y="2150"/>
                  </a:lnTo>
                  <a:lnTo>
                    <a:pt x="118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2"/>
            <p:cNvSpPr/>
            <p:nvPr/>
          </p:nvSpPr>
          <p:spPr>
            <a:xfrm>
              <a:off x="3552436" y="3474069"/>
              <a:ext cx="53466" cy="169841"/>
            </a:xfrm>
            <a:custGeom>
              <a:rect b="b" l="l" r="r" t="t"/>
              <a:pathLst>
                <a:path extrusionOk="0" h="6223" w="1959">
                  <a:moveTo>
                    <a:pt x="822" y="1"/>
                  </a:moveTo>
                  <a:lnTo>
                    <a:pt x="0" y="696"/>
                  </a:lnTo>
                  <a:cubicBezTo>
                    <a:pt x="572" y="1370"/>
                    <a:pt x="882" y="2231"/>
                    <a:pt x="882" y="3113"/>
                  </a:cubicBezTo>
                  <a:cubicBezTo>
                    <a:pt x="882" y="3995"/>
                    <a:pt x="572" y="4853"/>
                    <a:pt x="0" y="5530"/>
                  </a:cubicBezTo>
                  <a:lnTo>
                    <a:pt x="822" y="6222"/>
                  </a:lnTo>
                  <a:cubicBezTo>
                    <a:pt x="1553" y="5354"/>
                    <a:pt x="1959" y="4246"/>
                    <a:pt x="1959" y="3113"/>
                  </a:cubicBezTo>
                  <a:cubicBezTo>
                    <a:pt x="1959" y="1977"/>
                    <a:pt x="1553" y="873"/>
                    <a:pt x="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2"/>
            <p:cNvSpPr/>
            <p:nvPr/>
          </p:nvSpPr>
          <p:spPr>
            <a:xfrm>
              <a:off x="3512753" y="3524151"/>
              <a:ext cx="34607" cy="69678"/>
            </a:xfrm>
            <a:custGeom>
              <a:rect b="b" l="l" r="r" t="t"/>
              <a:pathLst>
                <a:path extrusionOk="0" h="2553" w="1268">
                  <a:moveTo>
                    <a:pt x="942" y="1"/>
                  </a:moveTo>
                  <a:lnTo>
                    <a:pt x="0" y="513"/>
                  </a:lnTo>
                  <a:cubicBezTo>
                    <a:pt x="127" y="752"/>
                    <a:pt x="194" y="1007"/>
                    <a:pt x="194" y="1278"/>
                  </a:cubicBezTo>
                  <a:cubicBezTo>
                    <a:pt x="194" y="1546"/>
                    <a:pt x="127" y="1808"/>
                    <a:pt x="0" y="2040"/>
                  </a:cubicBezTo>
                  <a:lnTo>
                    <a:pt x="942" y="2552"/>
                  </a:lnTo>
                  <a:cubicBezTo>
                    <a:pt x="1154" y="2164"/>
                    <a:pt x="1267" y="1723"/>
                    <a:pt x="1267" y="1275"/>
                  </a:cubicBezTo>
                  <a:cubicBezTo>
                    <a:pt x="1267" y="830"/>
                    <a:pt x="1154" y="389"/>
                    <a:pt x="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2"/>
            <p:cNvSpPr/>
            <p:nvPr/>
          </p:nvSpPr>
          <p:spPr>
            <a:xfrm>
              <a:off x="3136662" y="3707638"/>
              <a:ext cx="381413" cy="117330"/>
            </a:xfrm>
            <a:custGeom>
              <a:rect b="b" l="l" r="r" t="t"/>
              <a:pathLst>
                <a:path extrusionOk="0" h="4299" w="13975">
                  <a:moveTo>
                    <a:pt x="2686" y="0"/>
                  </a:moveTo>
                  <a:cubicBezTo>
                    <a:pt x="1204" y="0"/>
                    <a:pt x="1" y="1207"/>
                    <a:pt x="1" y="2689"/>
                  </a:cubicBezTo>
                  <a:lnTo>
                    <a:pt x="1" y="4298"/>
                  </a:lnTo>
                  <a:lnTo>
                    <a:pt x="13974" y="4298"/>
                  </a:lnTo>
                  <a:lnTo>
                    <a:pt x="13974" y="2689"/>
                  </a:lnTo>
                  <a:cubicBezTo>
                    <a:pt x="13974" y="1207"/>
                    <a:pt x="12771" y="0"/>
                    <a:pt x="11289" y="0"/>
                  </a:cubicBezTo>
                  <a:lnTo>
                    <a:pt x="10357" y="0"/>
                  </a:lnTo>
                  <a:cubicBezTo>
                    <a:pt x="10142" y="152"/>
                    <a:pt x="9916" y="293"/>
                    <a:pt x="9673" y="416"/>
                  </a:cubicBezTo>
                  <a:lnTo>
                    <a:pt x="9673" y="540"/>
                  </a:lnTo>
                  <a:cubicBezTo>
                    <a:pt x="9673" y="2022"/>
                    <a:pt x="8469" y="3225"/>
                    <a:pt x="6987" y="3225"/>
                  </a:cubicBezTo>
                  <a:cubicBezTo>
                    <a:pt x="5505" y="3225"/>
                    <a:pt x="4302" y="2022"/>
                    <a:pt x="4302" y="540"/>
                  </a:cubicBezTo>
                  <a:lnTo>
                    <a:pt x="4302" y="416"/>
                  </a:lnTo>
                  <a:cubicBezTo>
                    <a:pt x="4062" y="293"/>
                    <a:pt x="3836" y="152"/>
                    <a:pt x="36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2"/>
            <p:cNvSpPr/>
            <p:nvPr/>
          </p:nvSpPr>
          <p:spPr>
            <a:xfrm>
              <a:off x="3203120" y="3588398"/>
              <a:ext cx="248498" cy="177920"/>
            </a:xfrm>
            <a:custGeom>
              <a:rect b="b" l="l" r="r" t="t"/>
              <a:pathLst>
                <a:path extrusionOk="0" h="6519" w="9105">
                  <a:moveTo>
                    <a:pt x="4013" y="1"/>
                  </a:moveTo>
                  <a:lnTo>
                    <a:pt x="4013" y="1077"/>
                  </a:lnTo>
                  <a:lnTo>
                    <a:pt x="0" y="1077"/>
                  </a:lnTo>
                  <a:cubicBezTo>
                    <a:pt x="484" y="2439"/>
                    <a:pt x="1560" y="3593"/>
                    <a:pt x="2936" y="4080"/>
                  </a:cubicBezTo>
                  <a:lnTo>
                    <a:pt x="2936" y="4909"/>
                  </a:lnTo>
                  <a:cubicBezTo>
                    <a:pt x="2943" y="5795"/>
                    <a:pt x="3667" y="6518"/>
                    <a:pt x="4556" y="6518"/>
                  </a:cubicBezTo>
                  <a:cubicBezTo>
                    <a:pt x="5442" y="6518"/>
                    <a:pt x="6165" y="5795"/>
                    <a:pt x="6165" y="4909"/>
                  </a:cubicBezTo>
                  <a:lnTo>
                    <a:pt x="6165" y="4080"/>
                  </a:lnTo>
                  <a:cubicBezTo>
                    <a:pt x="7541" y="3593"/>
                    <a:pt x="8618" y="2442"/>
                    <a:pt x="9104" y="1077"/>
                  </a:cubicBezTo>
                  <a:lnTo>
                    <a:pt x="5089" y="1077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2"/>
            <p:cNvSpPr/>
            <p:nvPr/>
          </p:nvSpPr>
          <p:spPr>
            <a:xfrm>
              <a:off x="3195505" y="3471094"/>
              <a:ext cx="263918" cy="29394"/>
            </a:xfrm>
            <a:custGeom>
              <a:rect b="b" l="l" r="r" t="t"/>
              <a:pathLst>
                <a:path extrusionOk="0" h="1077" w="9670">
                  <a:moveTo>
                    <a:pt x="1" y="1"/>
                  </a:moveTo>
                  <a:lnTo>
                    <a:pt x="1" y="1077"/>
                  </a:lnTo>
                  <a:lnTo>
                    <a:pt x="9669" y="1077"/>
                  </a:lnTo>
                  <a:lnTo>
                    <a:pt x="9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p12"/>
          <p:cNvGrpSpPr/>
          <p:nvPr/>
        </p:nvGrpSpPr>
        <p:grpSpPr>
          <a:xfrm>
            <a:off x="1136947" y="2084260"/>
            <a:ext cx="375784" cy="427452"/>
            <a:chOff x="3151482" y="4027752"/>
            <a:chExt cx="439873" cy="500354"/>
          </a:xfrm>
        </p:grpSpPr>
        <p:sp>
          <p:nvSpPr>
            <p:cNvPr id="588" name="Google Shape;588;p12"/>
            <p:cNvSpPr/>
            <p:nvPr/>
          </p:nvSpPr>
          <p:spPr>
            <a:xfrm>
              <a:off x="3298070" y="4057037"/>
              <a:ext cx="146697" cy="117221"/>
            </a:xfrm>
            <a:custGeom>
              <a:rect b="b" l="l" r="r" t="t"/>
              <a:pathLst>
                <a:path extrusionOk="0" h="4295" w="5375">
                  <a:moveTo>
                    <a:pt x="1" y="0"/>
                  </a:moveTo>
                  <a:lnTo>
                    <a:pt x="1" y="4295"/>
                  </a:lnTo>
                  <a:lnTo>
                    <a:pt x="5375" y="4295"/>
                  </a:lnTo>
                  <a:lnTo>
                    <a:pt x="5375" y="0"/>
                  </a:lnTo>
                  <a:lnTo>
                    <a:pt x="4299" y="0"/>
                  </a:lnTo>
                  <a:lnTo>
                    <a:pt x="4299" y="3222"/>
                  </a:lnTo>
                  <a:lnTo>
                    <a:pt x="1073" y="3222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2"/>
            <p:cNvSpPr/>
            <p:nvPr/>
          </p:nvSpPr>
          <p:spPr>
            <a:xfrm>
              <a:off x="3356722" y="4027752"/>
              <a:ext cx="29394" cy="88046"/>
            </a:xfrm>
            <a:custGeom>
              <a:rect b="b" l="l" r="r" t="t"/>
              <a:pathLst>
                <a:path extrusionOk="0" h="3226" w="1077">
                  <a:moveTo>
                    <a:pt x="1" y="1"/>
                  </a:moveTo>
                  <a:lnTo>
                    <a:pt x="1" y="3226"/>
                  </a:lnTo>
                  <a:lnTo>
                    <a:pt x="1077" y="3226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2"/>
            <p:cNvSpPr/>
            <p:nvPr/>
          </p:nvSpPr>
          <p:spPr>
            <a:xfrm>
              <a:off x="3210052" y="4348739"/>
              <a:ext cx="58679" cy="144486"/>
            </a:xfrm>
            <a:custGeom>
              <a:rect b="b" l="l" r="r" t="t"/>
              <a:pathLst>
                <a:path extrusionOk="0" h="5294" w="2150">
                  <a:moveTo>
                    <a:pt x="0" y="1"/>
                  </a:moveTo>
                  <a:lnTo>
                    <a:pt x="0" y="4218"/>
                  </a:lnTo>
                  <a:lnTo>
                    <a:pt x="2149" y="5294"/>
                  </a:lnTo>
                  <a:lnTo>
                    <a:pt x="2149" y="9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2"/>
            <p:cNvSpPr/>
            <p:nvPr/>
          </p:nvSpPr>
          <p:spPr>
            <a:xfrm>
              <a:off x="3473943" y="4340279"/>
              <a:ext cx="58679" cy="152947"/>
            </a:xfrm>
            <a:custGeom>
              <a:rect b="b" l="l" r="r" t="t"/>
              <a:pathLst>
                <a:path extrusionOk="0" h="5604" w="2150">
                  <a:moveTo>
                    <a:pt x="2149" y="0"/>
                  </a:moveTo>
                  <a:lnTo>
                    <a:pt x="0" y="1154"/>
                  </a:lnTo>
                  <a:lnTo>
                    <a:pt x="0" y="5604"/>
                  </a:lnTo>
                  <a:lnTo>
                    <a:pt x="2149" y="4528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2"/>
            <p:cNvSpPr/>
            <p:nvPr/>
          </p:nvSpPr>
          <p:spPr>
            <a:xfrm>
              <a:off x="3415373" y="4262249"/>
              <a:ext cx="29394" cy="29421"/>
            </a:xfrm>
            <a:custGeom>
              <a:rect b="b" l="l" r="r" t="t"/>
              <a:pathLst>
                <a:path extrusionOk="0" h="1078" w="1077">
                  <a:moveTo>
                    <a:pt x="537" y="1"/>
                  </a:moveTo>
                  <a:cubicBezTo>
                    <a:pt x="241" y="1"/>
                    <a:pt x="1" y="244"/>
                    <a:pt x="1" y="537"/>
                  </a:cubicBezTo>
                  <a:cubicBezTo>
                    <a:pt x="1" y="834"/>
                    <a:pt x="241" y="1077"/>
                    <a:pt x="537" y="1077"/>
                  </a:cubicBezTo>
                  <a:cubicBezTo>
                    <a:pt x="833" y="1077"/>
                    <a:pt x="1077" y="834"/>
                    <a:pt x="1077" y="537"/>
                  </a:cubicBezTo>
                  <a:cubicBezTo>
                    <a:pt x="1077" y="241"/>
                    <a:pt x="833" y="1"/>
                    <a:pt x="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2"/>
            <p:cNvSpPr/>
            <p:nvPr/>
          </p:nvSpPr>
          <p:spPr>
            <a:xfrm>
              <a:off x="3298070" y="4262249"/>
              <a:ext cx="29394" cy="29421"/>
            </a:xfrm>
            <a:custGeom>
              <a:rect b="b" l="l" r="r" t="t"/>
              <a:pathLst>
                <a:path extrusionOk="0" h="1078" w="1077">
                  <a:moveTo>
                    <a:pt x="541" y="1"/>
                  </a:moveTo>
                  <a:cubicBezTo>
                    <a:pt x="244" y="1"/>
                    <a:pt x="1" y="244"/>
                    <a:pt x="1" y="537"/>
                  </a:cubicBezTo>
                  <a:cubicBezTo>
                    <a:pt x="1" y="834"/>
                    <a:pt x="244" y="1077"/>
                    <a:pt x="541" y="1077"/>
                  </a:cubicBezTo>
                  <a:cubicBezTo>
                    <a:pt x="833" y="1077"/>
                    <a:pt x="1077" y="834"/>
                    <a:pt x="1077" y="537"/>
                  </a:cubicBezTo>
                  <a:cubicBezTo>
                    <a:pt x="1077" y="241"/>
                    <a:pt x="833" y="1"/>
                    <a:pt x="5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2"/>
            <p:cNvSpPr/>
            <p:nvPr/>
          </p:nvSpPr>
          <p:spPr>
            <a:xfrm>
              <a:off x="3210052" y="4091890"/>
              <a:ext cx="322652" cy="436216"/>
            </a:xfrm>
            <a:custGeom>
              <a:rect b="b" l="l" r="r" t="t"/>
              <a:pathLst>
                <a:path extrusionOk="0" h="15983" w="11822">
                  <a:moveTo>
                    <a:pt x="3766" y="5170"/>
                  </a:moveTo>
                  <a:cubicBezTo>
                    <a:pt x="4651" y="5170"/>
                    <a:pt x="5375" y="5894"/>
                    <a:pt x="5375" y="6783"/>
                  </a:cubicBezTo>
                  <a:cubicBezTo>
                    <a:pt x="5375" y="7669"/>
                    <a:pt x="4651" y="8392"/>
                    <a:pt x="3766" y="8392"/>
                  </a:cubicBezTo>
                  <a:cubicBezTo>
                    <a:pt x="2876" y="8392"/>
                    <a:pt x="2153" y="7669"/>
                    <a:pt x="2153" y="6783"/>
                  </a:cubicBezTo>
                  <a:cubicBezTo>
                    <a:pt x="2153" y="5894"/>
                    <a:pt x="2876" y="5170"/>
                    <a:pt x="3766" y="5170"/>
                  </a:cubicBezTo>
                  <a:close/>
                  <a:moveTo>
                    <a:pt x="8060" y="5170"/>
                  </a:moveTo>
                  <a:cubicBezTo>
                    <a:pt x="8946" y="5170"/>
                    <a:pt x="9669" y="5894"/>
                    <a:pt x="9669" y="6783"/>
                  </a:cubicBezTo>
                  <a:cubicBezTo>
                    <a:pt x="9669" y="7669"/>
                    <a:pt x="8946" y="8392"/>
                    <a:pt x="8060" y="8392"/>
                  </a:cubicBezTo>
                  <a:cubicBezTo>
                    <a:pt x="7174" y="8392"/>
                    <a:pt x="6451" y="7669"/>
                    <a:pt x="6451" y="6783"/>
                  </a:cubicBezTo>
                  <a:cubicBezTo>
                    <a:pt x="6451" y="5894"/>
                    <a:pt x="7174" y="5170"/>
                    <a:pt x="8060" y="5170"/>
                  </a:cubicBezTo>
                  <a:close/>
                  <a:moveTo>
                    <a:pt x="5375" y="11077"/>
                  </a:moveTo>
                  <a:lnTo>
                    <a:pt x="5375" y="14373"/>
                  </a:lnTo>
                  <a:lnTo>
                    <a:pt x="4298" y="14373"/>
                  </a:lnTo>
                  <a:lnTo>
                    <a:pt x="4298" y="11077"/>
                  </a:lnTo>
                  <a:close/>
                  <a:moveTo>
                    <a:pt x="7524" y="11077"/>
                  </a:moveTo>
                  <a:lnTo>
                    <a:pt x="7524" y="14373"/>
                  </a:lnTo>
                  <a:lnTo>
                    <a:pt x="6444" y="14373"/>
                  </a:lnTo>
                  <a:lnTo>
                    <a:pt x="6444" y="11077"/>
                  </a:lnTo>
                  <a:close/>
                  <a:moveTo>
                    <a:pt x="2149" y="1"/>
                  </a:moveTo>
                  <a:lnTo>
                    <a:pt x="0" y="1077"/>
                  </a:lnTo>
                  <a:lnTo>
                    <a:pt x="0" y="8226"/>
                  </a:lnTo>
                  <a:lnTo>
                    <a:pt x="3226" y="9726"/>
                  </a:lnTo>
                  <a:lnTo>
                    <a:pt x="3226" y="15982"/>
                  </a:lnTo>
                  <a:lnTo>
                    <a:pt x="8600" y="15982"/>
                  </a:lnTo>
                  <a:lnTo>
                    <a:pt x="8600" y="9616"/>
                  </a:lnTo>
                  <a:lnTo>
                    <a:pt x="11822" y="7884"/>
                  </a:lnTo>
                  <a:lnTo>
                    <a:pt x="11822" y="1077"/>
                  </a:lnTo>
                  <a:lnTo>
                    <a:pt x="11818" y="1077"/>
                  </a:lnTo>
                  <a:lnTo>
                    <a:pt x="9669" y="1"/>
                  </a:lnTo>
                  <a:lnTo>
                    <a:pt x="9669" y="4094"/>
                  </a:lnTo>
                  <a:lnTo>
                    <a:pt x="2149" y="4094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2"/>
            <p:cNvSpPr/>
            <p:nvPr/>
          </p:nvSpPr>
          <p:spPr>
            <a:xfrm>
              <a:off x="3561961" y="4223740"/>
              <a:ext cx="29394" cy="106250"/>
            </a:xfrm>
            <a:custGeom>
              <a:rect b="b" l="l" r="r" t="t"/>
              <a:pathLst>
                <a:path extrusionOk="0" h="3893" w="1077">
                  <a:moveTo>
                    <a:pt x="0" y="0"/>
                  </a:moveTo>
                  <a:lnTo>
                    <a:pt x="0" y="3893"/>
                  </a:lnTo>
                  <a:lnTo>
                    <a:pt x="1077" y="3353"/>
                  </a:lnTo>
                  <a:lnTo>
                    <a:pt x="1077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2"/>
            <p:cNvSpPr/>
            <p:nvPr/>
          </p:nvSpPr>
          <p:spPr>
            <a:xfrm>
              <a:off x="3151482" y="4224040"/>
              <a:ext cx="29421" cy="106059"/>
            </a:xfrm>
            <a:custGeom>
              <a:rect b="b" l="l" r="r" t="t"/>
              <a:pathLst>
                <a:path extrusionOk="0" h="3886" w="1078">
                  <a:moveTo>
                    <a:pt x="1077" y="0"/>
                  </a:moveTo>
                  <a:lnTo>
                    <a:pt x="1" y="536"/>
                  </a:lnTo>
                  <a:lnTo>
                    <a:pt x="1" y="3345"/>
                  </a:lnTo>
                  <a:lnTo>
                    <a:pt x="1077" y="3885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7" name="Google Shape;597;p12"/>
          <p:cNvSpPr txBox="1"/>
          <p:nvPr>
            <p:ph idx="1" type="subTitle"/>
          </p:nvPr>
        </p:nvSpPr>
        <p:spPr>
          <a:xfrm>
            <a:off x="1791725" y="1919000"/>
            <a:ext cx="28866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Implementación de un sistema de navegación por voz.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12"/>
          <p:cNvSpPr txBox="1"/>
          <p:nvPr>
            <p:ph idx="1" type="subTitle"/>
          </p:nvPr>
        </p:nvSpPr>
        <p:spPr>
          <a:xfrm>
            <a:off x="1761425" y="2828300"/>
            <a:ext cx="3007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Implementación de una lupa, hover zoom activado por voz.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p12"/>
          <p:cNvSpPr txBox="1"/>
          <p:nvPr>
            <p:ph idx="1" type="subTitle"/>
          </p:nvPr>
        </p:nvSpPr>
        <p:spPr>
          <a:xfrm>
            <a:off x="1811950" y="3673250"/>
            <a:ext cx="2390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Implementación de pop ups de ayuda.</a:t>
            </a:r>
            <a:endParaRPr/>
          </a:p>
        </p:txBody>
      </p:sp>
      <p:sp>
        <p:nvSpPr>
          <p:cNvPr id="600" name="Google Shape;600;p12"/>
          <p:cNvSpPr txBox="1"/>
          <p:nvPr>
            <p:ph idx="1" type="subTitle"/>
          </p:nvPr>
        </p:nvSpPr>
        <p:spPr>
          <a:xfrm>
            <a:off x="6013350" y="1138400"/>
            <a:ext cx="2706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Implementación de una base de datos mysql en página web.</a:t>
            </a:r>
            <a:endParaRPr/>
          </a:p>
        </p:txBody>
      </p:sp>
      <p:sp>
        <p:nvSpPr>
          <p:cNvPr id="601" name="Google Shape;601;p12"/>
          <p:cNvSpPr txBox="1"/>
          <p:nvPr>
            <p:ph idx="1" type="subTitle"/>
          </p:nvPr>
        </p:nvSpPr>
        <p:spPr>
          <a:xfrm>
            <a:off x="6013350" y="1920525"/>
            <a:ext cx="2533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Página en live y accesible por todos gracias a local hosting.</a:t>
            </a:r>
            <a:endParaRPr/>
          </a:p>
        </p:txBody>
      </p:sp>
      <p:sp>
        <p:nvSpPr>
          <p:cNvPr id="602" name="Google Shape;602;p12"/>
          <p:cNvSpPr txBox="1"/>
          <p:nvPr>
            <p:ph idx="1" type="subTitle"/>
          </p:nvPr>
        </p:nvSpPr>
        <p:spPr>
          <a:xfrm>
            <a:off x="6013350" y="2702650"/>
            <a:ext cx="3007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4"/>
          <p:cNvSpPr txBox="1"/>
          <p:nvPr>
            <p:ph type="title"/>
          </p:nvPr>
        </p:nvSpPr>
        <p:spPr>
          <a:xfrm>
            <a:off x="1284000" y="1883188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100"/>
              <a:t>Gracias por su atención</a:t>
            </a:r>
            <a:endParaRPr sz="4000"/>
          </a:p>
        </p:txBody>
      </p:sp>
      <p:cxnSp>
        <p:nvCxnSpPr>
          <p:cNvPr id="608" name="Google Shape;608;p14"/>
          <p:cNvCxnSpPr>
            <a:endCxn id="607" idx="0"/>
          </p:cNvCxnSpPr>
          <p:nvPr/>
        </p:nvCxnSpPr>
        <p:spPr>
          <a:xfrm flipH="1" rot="-5400000">
            <a:off x="3319200" y="630388"/>
            <a:ext cx="17001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09" name="Google Shape;609;p14"/>
          <p:cNvCxnSpPr>
            <a:stCxn id="607" idx="3"/>
          </p:cNvCxnSpPr>
          <p:nvPr/>
        </p:nvCxnSpPr>
        <p:spPr>
          <a:xfrm>
            <a:off x="7860000" y="2563288"/>
            <a:ext cx="600" cy="1038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10" name="Google Shape;610;p14"/>
          <p:cNvCxnSpPr/>
          <p:nvPr/>
        </p:nvCxnSpPr>
        <p:spPr>
          <a:xfrm>
            <a:off x="4572000" y="3456488"/>
            <a:ext cx="4025700" cy="863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11" name="Google Shape;611;p14"/>
          <p:cNvCxnSpPr/>
          <p:nvPr/>
        </p:nvCxnSpPr>
        <p:spPr>
          <a:xfrm flipH="1" rot="-5400000">
            <a:off x="3479575" y="38925"/>
            <a:ext cx="1422900" cy="98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