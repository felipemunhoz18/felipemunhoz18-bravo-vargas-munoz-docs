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>
        <p:scale>
          <a:sx n="75" d="100"/>
          <a:sy n="75" d="100"/>
        </p:scale>
        <p:origin x="1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1277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1316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903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9651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9390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0653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0408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9133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979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9248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5321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1408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2991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0727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84723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1492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7982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4DFFB-D0D6-4528-A0C9-F10EA28279B6}" type="datetimeFigureOut">
              <a:rPr lang="es-CL" smtClean="0"/>
              <a:t>17-10-2025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E9F6F-65BB-4273-A2C2-7E02F2E27B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59591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5DACE-A054-4E02-8742-B79A61B7DD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Herramientas para un </a:t>
            </a:r>
            <a:br>
              <a:rPr lang="es-MX" dirty="0"/>
            </a:br>
            <a:r>
              <a:rPr lang="es-MX" dirty="0"/>
              <a:t>e-</a:t>
            </a:r>
            <a:r>
              <a:rPr lang="es-MX" dirty="0" err="1"/>
              <a:t>commerce</a:t>
            </a:r>
            <a:r>
              <a:rPr lang="es-MX" dirty="0"/>
              <a:t> inclusivo</a:t>
            </a:r>
            <a:br>
              <a:rPr lang="es-MX" dirty="0"/>
            </a:br>
            <a:r>
              <a:rPr lang="es-MX" dirty="0"/>
              <a:t>(Estado actual)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E7487D-3035-4725-94FA-78C73BE0E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0"/>
            <a:ext cx="9448800" cy="844549"/>
          </a:xfrm>
        </p:spPr>
        <p:txBody>
          <a:bodyPr>
            <a:normAutofit fontScale="70000" lnSpcReduction="20000"/>
          </a:bodyPr>
          <a:lstStyle/>
          <a:p>
            <a:r>
              <a:rPr lang="es-MX" dirty="0"/>
              <a:t>Benjamín Bravo</a:t>
            </a:r>
          </a:p>
          <a:p>
            <a:r>
              <a:rPr lang="es-MX" dirty="0"/>
              <a:t>Benjamín Vargas</a:t>
            </a:r>
          </a:p>
          <a:p>
            <a:r>
              <a:rPr lang="es-MX" dirty="0"/>
              <a:t>Felipe Muñoz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32075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C6DE6-DA9B-41E6-B9B6-2F6AD47F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Estado del progreso 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6DB750-564F-4B44-8144-65A4DEED7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proyecto se a realizado con logros significantes, progreso semanal de las manos del progreso semanal vienen los logros semanales que son enfocados en 3 ejes principales </a:t>
            </a:r>
            <a:r>
              <a:rPr lang="es-CL" dirty="0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3605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2336B-D6F4-464B-BB68-0B823EF49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3 EJES</a:t>
            </a:r>
            <a:endParaRPr lang="es-CL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92106A4-031D-49E9-B057-C7B1E2015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1- INCLUSIVIDAD (DENTRO DE LA 3 CATEGORIAS)</a:t>
            </a:r>
          </a:p>
          <a:p>
            <a:r>
              <a:rPr lang="es-MX" dirty="0"/>
              <a:t>2- INTUTIVO </a:t>
            </a:r>
          </a:p>
          <a:p>
            <a:r>
              <a:rPr lang="es-MX" dirty="0"/>
              <a:t>3- ACCESIBILIDAD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21104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2336B-D6F4-464B-BB68-0B823EF49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LOGROS</a:t>
            </a:r>
            <a:endParaRPr lang="es-CL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92106A4-031D-49E9-B057-C7B1E2015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LOS LOGROS SE BASAN COMO ANTERIORMENTE SE MENCIONO SEMANALMENTE</a:t>
            </a:r>
          </a:p>
          <a:p>
            <a:r>
              <a:rPr lang="es-CL" dirty="0"/>
              <a:t>EJEMPLOS GRANDES HITOS :</a:t>
            </a:r>
          </a:p>
          <a:p>
            <a:pPr lvl="1"/>
            <a:endParaRPr lang="es-CL" dirty="0"/>
          </a:p>
          <a:p>
            <a:pPr lvl="1"/>
            <a:r>
              <a:rPr lang="es-CL" dirty="0"/>
              <a:t>1- NABEJACIÓN VIA COMANDOS DE VOZ</a:t>
            </a:r>
          </a:p>
          <a:p>
            <a:pPr lvl="1"/>
            <a:r>
              <a:rPr lang="es-CL" dirty="0"/>
              <a:t>2- POP UP’S</a:t>
            </a:r>
          </a:p>
          <a:p>
            <a:pPr marL="457200" lvl="1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09379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896A0-E5A6-4F9E-BCE9-FF8BD3BB0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22296A-60D3-4AD3-BE87-99B6CA6F8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s-MX" dirty="0"/>
          </a:p>
          <a:p>
            <a:pPr algn="ctr"/>
            <a:endParaRPr lang="es-CL" dirty="0"/>
          </a:p>
          <a:p>
            <a:pPr algn="ctr"/>
            <a:endParaRPr lang="es-CL" dirty="0"/>
          </a:p>
          <a:p>
            <a:pPr algn="ctr"/>
            <a:endParaRPr lang="es-CL" dirty="0"/>
          </a:p>
          <a:p>
            <a:pPr marL="0" indent="0" algn="ctr">
              <a:buNone/>
            </a:pPr>
            <a:r>
              <a:rPr lang="es-CL" sz="5000" dirty="0"/>
              <a:t>GRACIAS POR LA ATENCIÓN</a:t>
            </a:r>
          </a:p>
        </p:txBody>
      </p:sp>
    </p:spTree>
    <p:extLst>
      <p:ext uri="{BB962C8B-B14F-4D97-AF65-F5344CB8AC3E}">
        <p14:creationId xmlns:p14="http://schemas.microsoft.com/office/powerpoint/2010/main" val="3673926685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35</TotalTime>
  <Words>92</Words>
  <Application>Microsoft Office PowerPoint</Application>
  <PresentationFormat>Panorámica</PresentationFormat>
  <Paragraphs>21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Estela de condensación</vt:lpstr>
      <vt:lpstr>Herramientas para un  e-commerce inclusivo (Estado actual)</vt:lpstr>
      <vt:lpstr>Estado del progreso </vt:lpstr>
      <vt:lpstr>Los 3 EJES</vt:lpstr>
      <vt:lpstr>LOGROS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Herramientas para un  e-commerce inclusivo</dc:title>
  <dc:creator>BENJAMIN . BRAVO RIVADENEIRA</dc:creator>
  <cp:lastModifiedBy>BENJAMIN . BRAVO RIVADENEIRA</cp:lastModifiedBy>
  <cp:revision>5</cp:revision>
  <dcterms:created xsi:type="dcterms:W3CDTF">2025-08-30T14:45:58Z</dcterms:created>
  <dcterms:modified xsi:type="dcterms:W3CDTF">2025-10-17T18:07:52Z</dcterms:modified>
</cp:coreProperties>
</file>