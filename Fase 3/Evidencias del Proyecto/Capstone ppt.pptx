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Lato"/>
      <p:regular r:id="rId22"/>
      <p:bold r:id="rId23"/>
      <p:italic r:id="rId24"/>
      <p:boldItalic r:id="rId25"/>
    </p:embeddedFont>
    <p:embeddedFont>
      <p:font typeface="Montserrat"/>
      <p:bold r:id="rId26"/>
      <p:boldItalic r:id="rId27"/>
    </p:embeddedFont>
    <p:embeddedFont>
      <p:font typeface="Poppins"/>
      <p:regular r:id="rId28"/>
      <p:bold r:id="rId29"/>
      <p:italic r:id="rId30"/>
      <p:boldItalic r:id="rId31"/>
    </p:embeddedFont>
    <p:embeddedFont>
      <p:font typeface="Sor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4" roundtripDataSignature="AMtx7mgXSttSMEuXjFeyWnCwqppnD6Uo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Lato-regular.fntdata"/><Relationship Id="rId21" Type="http://schemas.openxmlformats.org/officeDocument/2006/relationships/slide" Target="slides/slide16.xml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6.xml"/><Relationship Id="rId33" Type="http://schemas.openxmlformats.org/officeDocument/2006/relationships/font" Target="fonts/Sora-bold.fntdata"/><Relationship Id="rId10" Type="http://schemas.openxmlformats.org/officeDocument/2006/relationships/slide" Target="slides/slide5.xml"/><Relationship Id="rId32" Type="http://schemas.openxmlformats.org/officeDocument/2006/relationships/font" Target="fonts/Sor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82f700d77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g3a82f700d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a82f700d77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a82f700d7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93229af5e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a93229af5e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a93229af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g3a93229af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21252b5fbe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21252b5fbe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98ee90ec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98ee90ec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a995aa1e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a995aa1e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93229af5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a93229af5e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3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53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53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12" name="Google Shape;12;p53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13" name="Google Shape;13;p53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4" name="Google Shape;14;p53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5" name="Google Shape;15;p53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16" name="Google Shape;16;p53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7" name="Google Shape;17;p53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18" name="Google Shape;18;p53"/>
            <p:cNvGrpSpPr/>
            <p:nvPr/>
          </p:nvGrpSpPr>
          <p:grpSpPr>
            <a:xfrm>
              <a:off x="8417700" y="2020450"/>
              <a:ext cx="1277000" cy="2568900"/>
              <a:chOff x="8417700" y="2020450"/>
              <a:chExt cx="1277000" cy="2568900"/>
            </a:xfrm>
          </p:grpSpPr>
          <p:cxnSp>
            <p:nvCxnSpPr>
              <p:cNvPr id="19" name="Google Shape;19;p53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0" name="Google Shape;20;p53"/>
              <p:cNvCxnSpPr/>
              <p:nvPr/>
            </p:nvCxnSpPr>
            <p:spPr>
              <a:xfrm>
                <a:off x="8417700" y="3180050"/>
                <a:ext cx="359700" cy="1051800"/>
              </a:xfrm>
              <a:prstGeom prst="bentConnector2">
                <a:avLst/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21" name="Google Shape;21;p53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22" name="Google Shape;22;p53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23" name="Google Shape;23;p53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3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73"/>
          <p:cNvSpPr txBox="1"/>
          <p:nvPr>
            <p:ph idx="1" type="subTitle"/>
          </p:nvPr>
        </p:nvSpPr>
        <p:spPr>
          <a:xfrm>
            <a:off x="2185575" y="2009825"/>
            <a:ext cx="5249100" cy="6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73"/>
          <p:cNvSpPr txBox="1"/>
          <p:nvPr>
            <p:ph idx="2" type="subTitle"/>
          </p:nvPr>
        </p:nvSpPr>
        <p:spPr>
          <a:xfrm>
            <a:off x="2185575" y="3459225"/>
            <a:ext cx="5249100" cy="6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73"/>
          <p:cNvSpPr txBox="1"/>
          <p:nvPr>
            <p:ph idx="3" type="subTitle"/>
          </p:nvPr>
        </p:nvSpPr>
        <p:spPr>
          <a:xfrm>
            <a:off x="2185575" y="16369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0" name="Google Shape;30;p73"/>
          <p:cNvSpPr txBox="1"/>
          <p:nvPr>
            <p:ph idx="4" type="subTitle"/>
          </p:nvPr>
        </p:nvSpPr>
        <p:spPr>
          <a:xfrm>
            <a:off x="2185575" y="3089325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31" name="Google Shape;31;p73"/>
          <p:cNvGrpSpPr/>
          <p:nvPr/>
        </p:nvGrpSpPr>
        <p:grpSpPr>
          <a:xfrm>
            <a:off x="-215750" y="-592117"/>
            <a:ext cx="9367675" cy="5637900"/>
            <a:chOff x="-215750" y="-592117"/>
            <a:chExt cx="9367675" cy="5637900"/>
          </a:xfrm>
        </p:grpSpPr>
        <p:grpSp>
          <p:nvGrpSpPr>
            <p:cNvPr id="32" name="Google Shape;32;p73"/>
            <p:cNvGrpSpPr/>
            <p:nvPr/>
          </p:nvGrpSpPr>
          <p:grpSpPr>
            <a:xfrm>
              <a:off x="-215750" y="-592117"/>
              <a:ext cx="9215275" cy="5485500"/>
              <a:chOff x="-215750" y="-592117"/>
              <a:chExt cx="9215275" cy="5485500"/>
            </a:xfrm>
          </p:grpSpPr>
          <p:cxnSp>
            <p:nvCxnSpPr>
              <p:cNvPr id="33" name="Google Shape;33;p73"/>
              <p:cNvCxnSpPr/>
              <p:nvPr/>
            </p:nvCxnSpPr>
            <p:spPr>
              <a:xfrm>
                <a:off x="67325" y="-592117"/>
                <a:ext cx="8932200" cy="5485500"/>
              </a:xfrm>
              <a:prstGeom prst="bentConnector3">
                <a:avLst>
                  <a:gd fmla="val 81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" name="Google Shape;34;p73"/>
              <p:cNvCxnSpPr/>
              <p:nvPr/>
            </p:nvCxnSpPr>
            <p:spPr>
              <a:xfrm>
                <a:off x="-215750" y="165250"/>
                <a:ext cx="9111900" cy="1260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cxnSp>
          <p:nvCxnSpPr>
            <p:cNvPr id="35" name="Google Shape;35;p73"/>
            <p:cNvCxnSpPr/>
            <p:nvPr/>
          </p:nvCxnSpPr>
          <p:spPr>
            <a:xfrm>
              <a:off x="-63350" y="317650"/>
              <a:ext cx="9111900" cy="126000"/>
            </a:xfrm>
            <a:prstGeom prst="bentConnector3">
              <a:avLst>
                <a:gd fmla="val 4694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6" name="Google Shape;36;p73"/>
            <p:cNvCxnSpPr/>
            <p:nvPr/>
          </p:nvCxnSpPr>
          <p:spPr>
            <a:xfrm>
              <a:off x="219725" y="-4397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7" name="Google Shape;37;p73"/>
          <p:cNvGrpSpPr/>
          <p:nvPr/>
        </p:nvGrpSpPr>
        <p:grpSpPr>
          <a:xfrm>
            <a:off x="8430782" y="-10174"/>
            <a:ext cx="568753" cy="4875334"/>
            <a:chOff x="8430782" y="-10174"/>
            <a:chExt cx="568753" cy="4875334"/>
          </a:xfrm>
        </p:grpSpPr>
        <p:grpSp>
          <p:nvGrpSpPr>
            <p:cNvPr id="38" name="Google Shape;38;p73"/>
            <p:cNvGrpSpPr/>
            <p:nvPr/>
          </p:nvGrpSpPr>
          <p:grpSpPr>
            <a:xfrm>
              <a:off x="8576588" y="4496316"/>
              <a:ext cx="422946" cy="368845"/>
              <a:chOff x="8576588" y="4496316"/>
              <a:chExt cx="422946" cy="368845"/>
            </a:xfrm>
          </p:grpSpPr>
          <p:sp>
            <p:nvSpPr>
              <p:cNvPr id="39" name="Google Shape;39;p73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73"/>
              <p:cNvSpPr/>
              <p:nvPr/>
            </p:nvSpPr>
            <p:spPr>
              <a:xfrm rot="-5400000">
                <a:off x="8775019" y="4496328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" name="Google Shape;41;p73"/>
            <p:cNvGrpSpPr/>
            <p:nvPr/>
          </p:nvGrpSpPr>
          <p:grpSpPr>
            <a:xfrm>
              <a:off x="8430782" y="-10174"/>
              <a:ext cx="290110" cy="925970"/>
              <a:chOff x="8430782" y="3939191"/>
              <a:chExt cx="290110" cy="925970"/>
            </a:xfrm>
          </p:grpSpPr>
          <p:sp>
            <p:nvSpPr>
              <p:cNvPr id="42" name="Google Shape;42;p73"/>
              <p:cNvSpPr/>
              <p:nvPr/>
            </p:nvSpPr>
            <p:spPr>
              <a:xfrm rot="-5400000">
                <a:off x="8576580" y="4720848"/>
                <a:ext cx="144320" cy="144304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73"/>
              <p:cNvSpPr/>
              <p:nvPr/>
            </p:nvSpPr>
            <p:spPr>
              <a:xfrm rot="-5400000">
                <a:off x="8430769" y="3939203"/>
                <a:ext cx="224528" cy="224503"/>
              </a:xfrm>
              <a:custGeom>
                <a:rect b="b" l="l" r="r" t="t"/>
                <a:pathLst>
                  <a:path extrusionOk="0" h="3298" w="3298">
                    <a:moveTo>
                      <a:pt x="3298" y="1646"/>
                    </a:moveTo>
                    <a:cubicBezTo>
                      <a:pt x="3298" y="2555"/>
                      <a:pt x="2556" y="3298"/>
                      <a:pt x="1646" y="3298"/>
                    </a:cubicBezTo>
                    <a:cubicBezTo>
                      <a:pt x="737" y="3298"/>
                      <a:pt x="0" y="2555"/>
                      <a:pt x="0" y="1646"/>
                    </a:cubicBezTo>
                    <a:cubicBezTo>
                      <a:pt x="0" y="737"/>
                      <a:pt x="737" y="0"/>
                      <a:pt x="1646" y="0"/>
                    </a:cubicBezTo>
                    <a:cubicBezTo>
                      <a:pt x="2556" y="0"/>
                      <a:pt x="3298" y="737"/>
                      <a:pt x="3298" y="16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5"/>
          <p:cNvSpPr txBox="1"/>
          <p:nvPr>
            <p:ph type="title"/>
          </p:nvPr>
        </p:nvSpPr>
        <p:spPr>
          <a:xfrm>
            <a:off x="4906675" y="1132975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65"/>
          <p:cNvSpPr txBox="1"/>
          <p:nvPr>
            <p:ph idx="1" type="subTitle"/>
          </p:nvPr>
        </p:nvSpPr>
        <p:spPr>
          <a:xfrm>
            <a:off x="4906675" y="2724350"/>
            <a:ext cx="35241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47" name="Google Shape;47;p65"/>
          <p:cNvSpPr/>
          <p:nvPr>
            <p:ph idx="2" type="pic"/>
          </p:nvPr>
        </p:nvSpPr>
        <p:spPr>
          <a:xfrm>
            <a:off x="202954" y="388500"/>
            <a:ext cx="4379700" cy="43797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48" name="Google Shape;48;p65"/>
          <p:cNvGrpSpPr/>
          <p:nvPr/>
        </p:nvGrpSpPr>
        <p:grpSpPr>
          <a:xfrm rot="-1395165">
            <a:off x="172631" y="490168"/>
            <a:ext cx="882626" cy="403567"/>
            <a:chOff x="7884075" y="238975"/>
            <a:chExt cx="882599" cy="403555"/>
          </a:xfrm>
        </p:grpSpPr>
        <p:sp>
          <p:nvSpPr>
            <p:cNvPr id="49" name="Google Shape;49;p6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" name="Google Shape;52;p65"/>
          <p:cNvGrpSpPr/>
          <p:nvPr/>
        </p:nvGrpSpPr>
        <p:grpSpPr>
          <a:xfrm>
            <a:off x="2422725" y="4313625"/>
            <a:ext cx="7035600" cy="513300"/>
            <a:chOff x="2422725" y="4313625"/>
            <a:chExt cx="7035600" cy="513300"/>
          </a:xfrm>
        </p:grpSpPr>
        <p:cxnSp>
          <p:nvCxnSpPr>
            <p:cNvPr id="53" name="Google Shape;53;p65"/>
            <p:cNvCxnSpPr/>
            <p:nvPr/>
          </p:nvCxnSpPr>
          <p:spPr>
            <a:xfrm rot="10800000">
              <a:off x="3750275" y="4313625"/>
              <a:ext cx="5590200" cy="513300"/>
            </a:xfrm>
            <a:prstGeom prst="bentConnector3">
              <a:avLst>
                <a:gd fmla="val 6414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4" name="Google Shape;54;p65"/>
            <p:cNvCxnSpPr/>
            <p:nvPr/>
          </p:nvCxnSpPr>
          <p:spPr>
            <a:xfrm flipH="1">
              <a:off x="2422725" y="4652400"/>
              <a:ext cx="7035600" cy="115800"/>
            </a:xfrm>
            <a:prstGeom prst="bentConnector4">
              <a:avLst>
                <a:gd fmla="val 34437" name="adj1"/>
                <a:gd fmla="val 305635" name="adj2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7"/>
          <p:cNvSpPr txBox="1"/>
          <p:nvPr>
            <p:ph type="title"/>
          </p:nvPr>
        </p:nvSpPr>
        <p:spPr>
          <a:xfrm>
            <a:off x="838650" y="1518450"/>
            <a:ext cx="4151400" cy="210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7" name="Google Shape;57;p67"/>
          <p:cNvGrpSpPr/>
          <p:nvPr/>
        </p:nvGrpSpPr>
        <p:grpSpPr>
          <a:xfrm>
            <a:off x="-950200" y="-235500"/>
            <a:ext cx="9904500" cy="5229850"/>
            <a:chOff x="-950200" y="-235500"/>
            <a:chExt cx="9904500" cy="5229850"/>
          </a:xfrm>
        </p:grpSpPr>
        <p:cxnSp>
          <p:nvCxnSpPr>
            <p:cNvPr id="58" name="Google Shape;58;p67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9" name="Google Shape;59;p67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0" name="Google Shape;60;p67"/>
            <p:cNvCxnSpPr/>
            <p:nvPr/>
          </p:nvCxnSpPr>
          <p:spPr>
            <a:xfrm>
              <a:off x="-766600" y="2793225"/>
              <a:ext cx="9720900" cy="1699500"/>
            </a:xfrm>
            <a:prstGeom prst="bentConnector3">
              <a:avLst>
                <a:gd fmla="val 519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1" name="Google Shape;61;p67"/>
            <p:cNvCxnSpPr/>
            <p:nvPr/>
          </p:nvCxnSpPr>
          <p:spPr>
            <a:xfrm>
              <a:off x="-950200" y="2976850"/>
              <a:ext cx="9712500" cy="1404300"/>
            </a:xfrm>
            <a:prstGeom prst="bentConnector3">
              <a:avLst>
                <a:gd fmla="val 1429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3"/>
          <p:cNvSpPr txBox="1"/>
          <p:nvPr>
            <p:ph idx="1" type="subTitle"/>
          </p:nvPr>
        </p:nvSpPr>
        <p:spPr>
          <a:xfrm>
            <a:off x="93770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2" type="subTitle"/>
          </p:nvPr>
        </p:nvSpPr>
        <p:spPr>
          <a:xfrm>
            <a:off x="3484422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3"/>
          <p:cNvSpPr txBox="1"/>
          <p:nvPr>
            <p:ph idx="3" type="subTitle"/>
          </p:nvPr>
        </p:nvSpPr>
        <p:spPr>
          <a:xfrm>
            <a:off x="6031150" y="3701348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63"/>
          <p:cNvSpPr txBox="1"/>
          <p:nvPr>
            <p:ph idx="4" type="subTitle"/>
          </p:nvPr>
        </p:nvSpPr>
        <p:spPr>
          <a:xfrm>
            <a:off x="93770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" name="Google Shape;68;p63"/>
          <p:cNvSpPr txBox="1"/>
          <p:nvPr>
            <p:ph idx="5" type="subTitle"/>
          </p:nvPr>
        </p:nvSpPr>
        <p:spPr>
          <a:xfrm>
            <a:off x="3484422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" name="Google Shape;69;p63"/>
          <p:cNvSpPr txBox="1"/>
          <p:nvPr>
            <p:ph idx="6" type="subTitle"/>
          </p:nvPr>
        </p:nvSpPr>
        <p:spPr>
          <a:xfrm>
            <a:off x="6031150" y="3390800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70" name="Google Shape;70;p63"/>
          <p:cNvGrpSpPr/>
          <p:nvPr/>
        </p:nvGrpSpPr>
        <p:grpSpPr>
          <a:xfrm>
            <a:off x="8577868" y="74717"/>
            <a:ext cx="605875" cy="4412242"/>
            <a:chOff x="8577868" y="74717"/>
            <a:chExt cx="605875" cy="4412242"/>
          </a:xfrm>
        </p:grpSpPr>
        <p:sp>
          <p:nvSpPr>
            <p:cNvPr id="71" name="Google Shape;71;p63"/>
            <p:cNvSpPr/>
            <p:nvPr/>
          </p:nvSpPr>
          <p:spPr>
            <a:xfrm>
              <a:off x="8937302" y="74717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63"/>
            <p:cNvSpPr/>
            <p:nvPr/>
          </p:nvSpPr>
          <p:spPr>
            <a:xfrm>
              <a:off x="8577884" y="2792122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3"/>
            <p:cNvSpPr/>
            <p:nvPr/>
          </p:nvSpPr>
          <p:spPr>
            <a:xfrm>
              <a:off x="8577868" y="4353966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63"/>
          <p:cNvGrpSpPr/>
          <p:nvPr/>
        </p:nvGrpSpPr>
        <p:grpSpPr>
          <a:xfrm>
            <a:off x="8264950" y="539225"/>
            <a:ext cx="672350" cy="4815275"/>
            <a:chOff x="8264950" y="539225"/>
            <a:chExt cx="672350" cy="4815275"/>
          </a:xfrm>
        </p:grpSpPr>
        <p:cxnSp>
          <p:nvCxnSpPr>
            <p:cNvPr id="75" name="Google Shape;75;p63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9059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76" name="Google Shape;76;p63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947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" name="Google Shape;79;p70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80" name="Google Shape;80;p70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70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82;p70"/>
          <p:cNvGrpSpPr/>
          <p:nvPr/>
        </p:nvGrpSpPr>
        <p:grpSpPr>
          <a:xfrm>
            <a:off x="67325" y="-592117"/>
            <a:ext cx="8932200" cy="5485500"/>
            <a:chOff x="67325" y="-592117"/>
            <a:chExt cx="8932200" cy="5485500"/>
          </a:xfrm>
        </p:grpSpPr>
        <p:cxnSp>
          <p:nvCxnSpPr>
            <p:cNvPr id="83" name="Google Shape;83;p70"/>
            <p:cNvCxnSpPr/>
            <p:nvPr/>
          </p:nvCxnSpPr>
          <p:spPr>
            <a:xfrm>
              <a:off x="67325" y="-592117"/>
              <a:ext cx="8932200" cy="5485500"/>
            </a:xfrm>
            <a:prstGeom prst="bentConnector3">
              <a:avLst>
                <a:gd fmla="val 81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84" name="Google Shape;84;p70"/>
            <p:cNvCxnSpPr/>
            <p:nvPr/>
          </p:nvCxnSpPr>
          <p:spPr>
            <a:xfrm flipH="1" rot="-5400000">
              <a:off x="-2079325" y="1859333"/>
              <a:ext cx="4747800" cy="149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7" name="Google Shape;87;p72"/>
          <p:cNvGrpSpPr/>
          <p:nvPr/>
        </p:nvGrpSpPr>
        <p:grpSpPr>
          <a:xfrm>
            <a:off x="8430763" y="-12"/>
            <a:ext cx="422946" cy="368845"/>
            <a:chOff x="8576588" y="4496316"/>
            <a:chExt cx="422946" cy="368845"/>
          </a:xfrm>
        </p:grpSpPr>
        <p:sp>
          <p:nvSpPr>
            <p:cNvPr id="88" name="Google Shape;88;p72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72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72"/>
          <p:cNvGrpSpPr/>
          <p:nvPr/>
        </p:nvGrpSpPr>
        <p:grpSpPr>
          <a:xfrm flipH="1" rot="10800000">
            <a:off x="25325" y="282383"/>
            <a:ext cx="8974200" cy="5003417"/>
            <a:chOff x="67325" y="-984534"/>
            <a:chExt cx="8974200" cy="5003417"/>
          </a:xfrm>
        </p:grpSpPr>
        <p:cxnSp>
          <p:nvCxnSpPr>
            <p:cNvPr id="91" name="Google Shape;91;p72"/>
            <p:cNvCxnSpPr/>
            <p:nvPr/>
          </p:nvCxnSpPr>
          <p:spPr>
            <a:xfrm>
              <a:off x="67325" y="-592117"/>
              <a:ext cx="8974200" cy="4611000"/>
            </a:xfrm>
            <a:prstGeom prst="bentConnector3">
              <a:avLst>
                <a:gd fmla="val 575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2" name="Google Shape;92;p72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7856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5" name="Google Shape;95;p58"/>
          <p:cNvSpPr txBox="1"/>
          <p:nvPr>
            <p:ph idx="1" type="subTitle"/>
          </p:nvPr>
        </p:nvSpPr>
        <p:spPr>
          <a:xfrm>
            <a:off x="4827974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8"/>
          <p:cNvSpPr txBox="1"/>
          <p:nvPr>
            <p:ph idx="2" type="subTitle"/>
          </p:nvPr>
        </p:nvSpPr>
        <p:spPr>
          <a:xfrm>
            <a:off x="997425" y="1602925"/>
            <a:ext cx="3318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7" name="Google Shape;97;p58"/>
          <p:cNvGrpSpPr/>
          <p:nvPr/>
        </p:nvGrpSpPr>
        <p:grpSpPr>
          <a:xfrm>
            <a:off x="-320650" y="-762725"/>
            <a:ext cx="9327075" cy="7125850"/>
            <a:chOff x="-320650" y="-762725"/>
            <a:chExt cx="9327075" cy="7125850"/>
          </a:xfrm>
        </p:grpSpPr>
        <p:cxnSp>
          <p:nvCxnSpPr>
            <p:cNvPr id="98" name="Google Shape;98;p58"/>
            <p:cNvCxnSpPr/>
            <p:nvPr/>
          </p:nvCxnSpPr>
          <p:spPr>
            <a:xfrm flipH="1" rot="-5400000">
              <a:off x="6857075" y="1775500"/>
              <a:ext cx="4097100" cy="187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99" name="Google Shape;99;p58"/>
            <p:cNvCxnSpPr/>
            <p:nvPr/>
          </p:nvCxnSpPr>
          <p:spPr>
            <a:xfrm flipH="1" rot="10800000">
              <a:off x="667900" y="4271400"/>
              <a:ext cx="2765700" cy="96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0" name="Google Shape;100;p58"/>
            <p:cNvCxnSpPr/>
            <p:nvPr/>
          </p:nvCxnSpPr>
          <p:spPr>
            <a:xfrm flipH="1" rot="5400000">
              <a:off x="7318025" y="3907700"/>
              <a:ext cx="3045000" cy="331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1" name="Google Shape;101;p58"/>
            <p:cNvCxnSpPr/>
            <p:nvPr/>
          </p:nvCxnSpPr>
          <p:spPr>
            <a:xfrm flipH="1" rot="5400000">
              <a:off x="7083950" y="4541675"/>
              <a:ext cx="3325500" cy="317400"/>
            </a:xfrm>
            <a:prstGeom prst="bentConnector3">
              <a:avLst>
                <a:gd fmla="val 6457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2" name="Google Shape;102;p58"/>
            <p:cNvCxnSpPr/>
            <p:nvPr/>
          </p:nvCxnSpPr>
          <p:spPr>
            <a:xfrm flipH="1" rot="10800000">
              <a:off x="-320650" y="4087825"/>
              <a:ext cx="5808300" cy="878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3" name="Google Shape;103;p58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04" name="Google Shape;104;p58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05" name="Google Shape;105;p58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106" name="Google Shape;106;p58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58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8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11" name="Google Shape;111;p71"/>
          <p:cNvGrpSpPr/>
          <p:nvPr/>
        </p:nvGrpSpPr>
        <p:grpSpPr>
          <a:xfrm>
            <a:off x="199188" y="123988"/>
            <a:ext cx="422946" cy="368845"/>
            <a:chOff x="8576588" y="4496316"/>
            <a:chExt cx="422946" cy="368845"/>
          </a:xfrm>
        </p:grpSpPr>
        <p:sp>
          <p:nvSpPr>
            <p:cNvPr id="112" name="Google Shape;112;p71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1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71"/>
          <p:cNvGrpSpPr/>
          <p:nvPr/>
        </p:nvGrpSpPr>
        <p:grpSpPr>
          <a:xfrm rot="10800000">
            <a:off x="25225" y="282300"/>
            <a:ext cx="9157800" cy="5003500"/>
            <a:chOff x="-116175" y="-984534"/>
            <a:chExt cx="9157800" cy="5003500"/>
          </a:xfrm>
        </p:grpSpPr>
        <p:cxnSp>
          <p:nvCxnSpPr>
            <p:cNvPr id="115" name="Google Shape;115;p71"/>
            <p:cNvCxnSpPr/>
            <p:nvPr/>
          </p:nvCxnSpPr>
          <p:spPr>
            <a:xfrm>
              <a:off x="-116175" y="-605834"/>
              <a:ext cx="9157800" cy="4624800"/>
            </a:xfrm>
            <a:prstGeom prst="bentConnector3">
              <a:avLst>
                <a:gd fmla="val 98286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16" name="Google Shape;116;p71"/>
            <p:cNvCxnSpPr/>
            <p:nvPr/>
          </p:nvCxnSpPr>
          <p:spPr>
            <a:xfrm flipH="1" rot="-5400000">
              <a:off x="-2164550" y="1408116"/>
              <a:ext cx="4877100" cy="91800"/>
            </a:xfrm>
            <a:prstGeom prst="bentConnector3">
              <a:avLst>
                <a:gd fmla="val 7856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6"/>
          <p:cNvSpPr txBox="1"/>
          <p:nvPr>
            <p:ph type="title"/>
          </p:nvPr>
        </p:nvSpPr>
        <p:spPr>
          <a:xfrm>
            <a:off x="720000" y="2303250"/>
            <a:ext cx="40449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p56"/>
          <p:cNvSpPr txBox="1"/>
          <p:nvPr>
            <p:ph idx="2" type="title"/>
          </p:nvPr>
        </p:nvSpPr>
        <p:spPr>
          <a:xfrm>
            <a:off x="3249975" y="1014475"/>
            <a:ext cx="1411800" cy="89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20" name="Google Shape;120;p56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1" name="Google Shape;121;p56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122" name="Google Shape;122;p56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3" name="Google Shape;123;p56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4" name="Google Shape;124;p56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64"/>
          <p:cNvSpPr txBox="1"/>
          <p:nvPr>
            <p:ph idx="1" type="subTitle"/>
          </p:nvPr>
        </p:nvSpPr>
        <p:spPr>
          <a:xfrm>
            <a:off x="9749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4"/>
          <p:cNvSpPr txBox="1"/>
          <p:nvPr>
            <p:ph idx="2" type="subTitle"/>
          </p:nvPr>
        </p:nvSpPr>
        <p:spPr>
          <a:xfrm>
            <a:off x="3578947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4"/>
          <p:cNvSpPr txBox="1"/>
          <p:nvPr>
            <p:ph idx="3" type="subTitle"/>
          </p:nvPr>
        </p:nvSpPr>
        <p:spPr>
          <a:xfrm>
            <a:off x="9749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64"/>
          <p:cNvSpPr txBox="1"/>
          <p:nvPr>
            <p:ph idx="4" type="subTitle"/>
          </p:nvPr>
        </p:nvSpPr>
        <p:spPr>
          <a:xfrm>
            <a:off x="3578947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4"/>
          <p:cNvSpPr txBox="1"/>
          <p:nvPr>
            <p:ph idx="5" type="subTitle"/>
          </p:nvPr>
        </p:nvSpPr>
        <p:spPr>
          <a:xfrm>
            <a:off x="6183000" y="21169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4"/>
          <p:cNvSpPr txBox="1"/>
          <p:nvPr>
            <p:ph idx="6" type="subTitle"/>
          </p:nvPr>
        </p:nvSpPr>
        <p:spPr>
          <a:xfrm>
            <a:off x="6183000" y="3931375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4"/>
          <p:cNvSpPr txBox="1"/>
          <p:nvPr>
            <p:ph idx="7" type="subTitle"/>
          </p:nvPr>
        </p:nvSpPr>
        <p:spPr>
          <a:xfrm>
            <a:off x="9749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" name="Google Shape;134;p64"/>
          <p:cNvSpPr txBox="1"/>
          <p:nvPr>
            <p:ph idx="8" type="subTitle"/>
          </p:nvPr>
        </p:nvSpPr>
        <p:spPr>
          <a:xfrm>
            <a:off x="3578947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5" name="Google Shape;135;p64"/>
          <p:cNvSpPr txBox="1"/>
          <p:nvPr>
            <p:ph idx="9" type="subTitle"/>
          </p:nvPr>
        </p:nvSpPr>
        <p:spPr>
          <a:xfrm>
            <a:off x="9749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6" name="Google Shape;136;p64"/>
          <p:cNvSpPr txBox="1"/>
          <p:nvPr>
            <p:ph idx="13" type="subTitle"/>
          </p:nvPr>
        </p:nvSpPr>
        <p:spPr>
          <a:xfrm>
            <a:off x="3578947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7" name="Google Shape;137;p64"/>
          <p:cNvSpPr txBox="1"/>
          <p:nvPr>
            <p:ph idx="14" type="subTitle"/>
          </p:nvPr>
        </p:nvSpPr>
        <p:spPr>
          <a:xfrm>
            <a:off x="6183000" y="1908247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8" name="Google Shape;138;p64"/>
          <p:cNvSpPr txBox="1"/>
          <p:nvPr>
            <p:ph idx="15" type="subTitle"/>
          </p:nvPr>
        </p:nvSpPr>
        <p:spPr>
          <a:xfrm>
            <a:off x="6183000" y="3722672"/>
            <a:ext cx="1986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39" name="Google Shape;139;p64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140" name="Google Shape;140;p64"/>
            <p:cNvCxnSpPr/>
            <p:nvPr/>
          </p:nvCxnSpPr>
          <p:spPr>
            <a:xfrm>
              <a:off x="378100" y="-216500"/>
              <a:ext cx="5878500" cy="5155800"/>
            </a:xfrm>
            <a:prstGeom prst="bentConnector3">
              <a:avLst>
                <a:gd fmla="val -366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41" name="Google Shape;141;p64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42" name="Google Shape;142;p64"/>
          <p:cNvGrpSpPr/>
          <p:nvPr/>
        </p:nvGrpSpPr>
        <p:grpSpPr>
          <a:xfrm rot="-5400000">
            <a:off x="8411975" y="4406800"/>
            <a:ext cx="882599" cy="403555"/>
            <a:chOff x="7884075" y="238975"/>
            <a:chExt cx="882599" cy="403555"/>
          </a:xfrm>
        </p:grpSpPr>
        <p:sp>
          <p:nvSpPr>
            <p:cNvPr id="143" name="Google Shape;143;p64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4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4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6"/>
          <p:cNvSpPr txBox="1"/>
          <p:nvPr>
            <p:ph hasCustomPrompt="1" type="title"/>
          </p:nvPr>
        </p:nvSpPr>
        <p:spPr>
          <a:xfrm>
            <a:off x="1284000" y="1555613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8" name="Google Shape;148;p66"/>
          <p:cNvSpPr txBox="1"/>
          <p:nvPr>
            <p:ph idx="1" type="subTitle"/>
          </p:nvPr>
        </p:nvSpPr>
        <p:spPr>
          <a:xfrm>
            <a:off x="1284000" y="3090788"/>
            <a:ext cx="6576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49" name="Google Shape;149;p66"/>
          <p:cNvGrpSpPr/>
          <p:nvPr/>
        </p:nvGrpSpPr>
        <p:grpSpPr>
          <a:xfrm>
            <a:off x="-135425" y="-190387"/>
            <a:ext cx="9421725" cy="5232812"/>
            <a:chOff x="-135425" y="-190387"/>
            <a:chExt cx="9421725" cy="5232812"/>
          </a:xfrm>
        </p:grpSpPr>
        <p:cxnSp>
          <p:nvCxnSpPr>
            <p:cNvPr id="150" name="Google Shape;150;p66"/>
            <p:cNvCxnSpPr/>
            <p:nvPr/>
          </p:nvCxnSpPr>
          <p:spPr>
            <a:xfrm flipH="1" rot="-5400000">
              <a:off x="-380550" y="571163"/>
              <a:ext cx="2426100" cy="9030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1" name="Google Shape;151;p66"/>
            <p:cNvCxnSpPr/>
            <p:nvPr/>
          </p:nvCxnSpPr>
          <p:spPr>
            <a:xfrm flipH="1" rot="-5400000">
              <a:off x="-924000" y="1419413"/>
              <a:ext cx="3439500" cy="5247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2" name="Google Shape;152;p66"/>
            <p:cNvCxnSpPr/>
            <p:nvPr/>
          </p:nvCxnSpPr>
          <p:spPr>
            <a:xfrm rot="5400000">
              <a:off x="7914850" y="2156275"/>
              <a:ext cx="1491900" cy="12510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3" name="Google Shape;153;p66"/>
            <p:cNvCxnSpPr/>
            <p:nvPr/>
          </p:nvCxnSpPr>
          <p:spPr>
            <a:xfrm>
              <a:off x="-123950" y="4755625"/>
              <a:ext cx="9146400" cy="286800"/>
            </a:xfrm>
            <a:prstGeom prst="bentConnector3">
              <a:avLst>
                <a:gd fmla="val 5119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54" name="Google Shape;154;p66"/>
            <p:cNvCxnSpPr/>
            <p:nvPr/>
          </p:nvCxnSpPr>
          <p:spPr>
            <a:xfrm flipH="1" rot="10800000">
              <a:off x="-135425" y="4399725"/>
              <a:ext cx="8882400" cy="252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155" name="Google Shape;155;p66"/>
          <p:cNvGrpSpPr/>
          <p:nvPr/>
        </p:nvGrpSpPr>
        <p:grpSpPr>
          <a:xfrm rot="-5400000">
            <a:off x="8438575" y="4204225"/>
            <a:ext cx="882599" cy="403555"/>
            <a:chOff x="7884075" y="238975"/>
            <a:chExt cx="882599" cy="403555"/>
          </a:xfrm>
        </p:grpSpPr>
        <p:sp>
          <p:nvSpPr>
            <p:cNvPr id="156" name="Google Shape;156;p66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6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6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7"/>
          <p:cNvSpPr txBox="1"/>
          <p:nvPr>
            <p:ph type="title"/>
          </p:nvPr>
        </p:nvSpPr>
        <p:spPr>
          <a:xfrm>
            <a:off x="2223600" y="748174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1" name="Google Shape;161;p57"/>
          <p:cNvSpPr txBox="1"/>
          <p:nvPr>
            <p:ph idx="1" type="subTitle"/>
          </p:nvPr>
        </p:nvSpPr>
        <p:spPr>
          <a:xfrm>
            <a:off x="2223600" y="1441695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57"/>
          <p:cNvSpPr txBox="1"/>
          <p:nvPr>
            <p:ph idx="2" type="title"/>
          </p:nvPr>
        </p:nvSpPr>
        <p:spPr>
          <a:xfrm>
            <a:off x="2223600" y="2044979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57"/>
          <p:cNvSpPr txBox="1"/>
          <p:nvPr>
            <p:ph idx="3" type="subTitle"/>
          </p:nvPr>
        </p:nvSpPr>
        <p:spPr>
          <a:xfrm>
            <a:off x="2223600" y="2740391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57"/>
          <p:cNvSpPr txBox="1"/>
          <p:nvPr>
            <p:ph idx="4" type="title"/>
          </p:nvPr>
        </p:nvSpPr>
        <p:spPr>
          <a:xfrm>
            <a:off x="2223600" y="3343583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57"/>
          <p:cNvSpPr txBox="1"/>
          <p:nvPr>
            <p:ph idx="5" type="subTitle"/>
          </p:nvPr>
        </p:nvSpPr>
        <p:spPr>
          <a:xfrm>
            <a:off x="2223600" y="4039087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accent5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66" name="Google Shape;166;p57"/>
          <p:cNvGrpSpPr/>
          <p:nvPr/>
        </p:nvGrpSpPr>
        <p:grpSpPr>
          <a:xfrm>
            <a:off x="269722" y="1778"/>
            <a:ext cx="8607902" cy="5090199"/>
            <a:chOff x="269722" y="1778"/>
            <a:chExt cx="8607902" cy="5090199"/>
          </a:xfrm>
        </p:grpSpPr>
        <p:grpSp>
          <p:nvGrpSpPr>
            <p:cNvPr id="167" name="Google Shape;167;p57"/>
            <p:cNvGrpSpPr/>
            <p:nvPr/>
          </p:nvGrpSpPr>
          <p:grpSpPr>
            <a:xfrm rot="-5400000">
              <a:off x="8120892" y="4335245"/>
              <a:ext cx="595437" cy="918027"/>
              <a:chOff x="7884075" y="238975"/>
              <a:chExt cx="595437" cy="918027"/>
            </a:xfrm>
          </p:grpSpPr>
          <p:sp>
            <p:nvSpPr>
              <p:cNvPr id="168" name="Google Shape;168;p57"/>
              <p:cNvSpPr/>
              <p:nvPr/>
            </p:nvSpPr>
            <p:spPr>
              <a:xfrm>
                <a:off x="7884075" y="23897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57"/>
              <p:cNvSpPr/>
              <p:nvPr/>
            </p:nvSpPr>
            <p:spPr>
              <a:xfrm>
                <a:off x="8255441" y="918206"/>
                <a:ext cx="224071" cy="238796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57"/>
            <p:cNvGrpSpPr/>
            <p:nvPr/>
          </p:nvGrpSpPr>
          <p:grpSpPr>
            <a:xfrm rot="-5400000">
              <a:off x="816778" y="-545278"/>
              <a:ext cx="511237" cy="1605349"/>
              <a:chOff x="8255437" y="378850"/>
              <a:chExt cx="511237" cy="1605349"/>
            </a:xfrm>
          </p:grpSpPr>
          <p:sp>
            <p:nvSpPr>
              <p:cNvPr id="171" name="Google Shape;171;p57"/>
              <p:cNvSpPr/>
              <p:nvPr/>
            </p:nvSpPr>
            <p:spPr>
              <a:xfrm>
                <a:off x="8255437" y="436475"/>
                <a:ext cx="206055" cy="206055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57"/>
              <p:cNvSpPr/>
              <p:nvPr/>
            </p:nvSpPr>
            <p:spPr>
              <a:xfrm>
                <a:off x="8288525" y="1844325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57"/>
              <p:cNvSpPr/>
              <p:nvPr/>
            </p:nvSpPr>
            <p:spPr>
              <a:xfrm>
                <a:off x="8626800" y="378850"/>
                <a:ext cx="139874" cy="139874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9"/>
          <p:cNvSpPr txBox="1"/>
          <p:nvPr>
            <p:ph idx="1" type="subTitle"/>
          </p:nvPr>
        </p:nvSpPr>
        <p:spPr>
          <a:xfrm>
            <a:off x="2375775" y="2379467"/>
            <a:ext cx="32475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AutoNum type="romanLcPeriod"/>
              <a:defRPr/>
            </a:lvl9pPr>
          </a:lstStyle>
          <a:p/>
        </p:txBody>
      </p:sp>
      <p:sp>
        <p:nvSpPr>
          <p:cNvPr id="176" name="Google Shape;176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77" name="Google Shape;177;p69"/>
          <p:cNvGrpSpPr/>
          <p:nvPr/>
        </p:nvGrpSpPr>
        <p:grpSpPr>
          <a:xfrm>
            <a:off x="144288" y="147077"/>
            <a:ext cx="454047" cy="1101386"/>
            <a:chOff x="144288" y="147077"/>
            <a:chExt cx="454047" cy="1101386"/>
          </a:xfrm>
        </p:grpSpPr>
        <p:sp>
          <p:nvSpPr>
            <p:cNvPr id="178" name="Google Shape;178;p69"/>
            <p:cNvSpPr/>
            <p:nvPr/>
          </p:nvSpPr>
          <p:spPr>
            <a:xfrm rot="-5400000">
              <a:off x="144280" y="1470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69"/>
            <p:cNvSpPr/>
            <p:nvPr/>
          </p:nvSpPr>
          <p:spPr>
            <a:xfrm rot="-5400000">
              <a:off x="193389" y="1068025"/>
              <a:ext cx="180450" cy="180425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9"/>
            <p:cNvSpPr/>
            <p:nvPr/>
          </p:nvSpPr>
          <p:spPr>
            <a:xfrm rot="-5400000">
              <a:off x="211443" y="746585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9"/>
            <p:cNvSpPr/>
            <p:nvPr/>
          </p:nvSpPr>
          <p:spPr>
            <a:xfrm rot="-5400000">
              <a:off x="373819" y="291403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69"/>
          <p:cNvGrpSpPr/>
          <p:nvPr/>
        </p:nvGrpSpPr>
        <p:grpSpPr>
          <a:xfrm>
            <a:off x="569675" y="183250"/>
            <a:ext cx="8764375" cy="5229850"/>
            <a:chOff x="569675" y="183250"/>
            <a:chExt cx="8764375" cy="5229850"/>
          </a:xfrm>
        </p:grpSpPr>
        <p:cxnSp>
          <p:nvCxnSpPr>
            <p:cNvPr id="183" name="Google Shape;183;p69"/>
            <p:cNvCxnSpPr/>
            <p:nvPr/>
          </p:nvCxnSpPr>
          <p:spPr>
            <a:xfrm rot="10800000">
              <a:off x="569675" y="1832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84" name="Google Shape;184;p69"/>
            <p:cNvCxnSpPr/>
            <p:nvPr/>
          </p:nvCxnSpPr>
          <p:spPr>
            <a:xfrm rot="10800000">
              <a:off x="761550" y="2948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" name="Google Shape;187;p54"/>
          <p:cNvSpPr txBox="1"/>
          <p:nvPr>
            <p:ph idx="1" type="body"/>
          </p:nvPr>
        </p:nvSpPr>
        <p:spPr>
          <a:xfrm>
            <a:off x="720000" y="1215751"/>
            <a:ext cx="77040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rabicPeriod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alphaLcPeriod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 Light"/>
              <a:buAutoNum type="romanLcPeriod"/>
              <a:defRPr/>
            </a:lvl9pPr>
          </a:lstStyle>
          <a:p/>
        </p:txBody>
      </p:sp>
      <p:cxnSp>
        <p:nvCxnSpPr>
          <p:cNvPr id="188" name="Google Shape;188;p54"/>
          <p:cNvCxnSpPr/>
          <p:nvPr/>
        </p:nvCxnSpPr>
        <p:spPr>
          <a:xfrm flipH="1" rot="-5400000">
            <a:off x="-1741502" y="1903025"/>
            <a:ext cx="4581000" cy="342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grpSp>
        <p:nvGrpSpPr>
          <p:cNvPr id="189" name="Google Shape;189;p54"/>
          <p:cNvGrpSpPr/>
          <p:nvPr/>
        </p:nvGrpSpPr>
        <p:grpSpPr>
          <a:xfrm>
            <a:off x="378000" y="4579925"/>
            <a:ext cx="7970450" cy="273800"/>
            <a:chOff x="378000" y="4579925"/>
            <a:chExt cx="7970450" cy="273800"/>
          </a:xfrm>
        </p:grpSpPr>
        <p:sp>
          <p:nvSpPr>
            <p:cNvPr id="190" name="Google Shape;190;p54"/>
            <p:cNvSpPr/>
            <p:nvPr/>
          </p:nvSpPr>
          <p:spPr>
            <a:xfrm>
              <a:off x="378000" y="45799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1" name="Google Shape;191;p54"/>
            <p:cNvSpPr/>
            <p:nvPr/>
          </p:nvSpPr>
          <p:spPr>
            <a:xfrm>
              <a:off x="8164850" y="46701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92" name="Google Shape;192;p54"/>
            <p:cNvSpPr/>
            <p:nvPr/>
          </p:nvSpPr>
          <p:spPr>
            <a:xfrm>
              <a:off x="6756550" y="4670125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5" name="Google Shape;195;p55"/>
          <p:cNvSpPr txBox="1"/>
          <p:nvPr>
            <p:ph idx="1" type="subTitle"/>
          </p:nvPr>
        </p:nvSpPr>
        <p:spPr>
          <a:xfrm>
            <a:off x="2917223" y="1661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55"/>
          <p:cNvSpPr txBox="1"/>
          <p:nvPr>
            <p:ph idx="2" type="subTitle"/>
          </p:nvPr>
        </p:nvSpPr>
        <p:spPr>
          <a:xfrm>
            <a:off x="2917223" y="24794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55"/>
          <p:cNvSpPr txBox="1"/>
          <p:nvPr>
            <p:ph idx="3" type="subTitle"/>
          </p:nvPr>
        </p:nvSpPr>
        <p:spPr>
          <a:xfrm>
            <a:off x="2917223" y="3297775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55"/>
          <p:cNvSpPr txBox="1"/>
          <p:nvPr>
            <p:ph idx="4" type="subTitle"/>
          </p:nvPr>
        </p:nvSpPr>
        <p:spPr>
          <a:xfrm>
            <a:off x="2917223" y="41161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55"/>
          <p:cNvSpPr txBox="1"/>
          <p:nvPr>
            <p:ph idx="5" type="title"/>
          </p:nvPr>
        </p:nvSpPr>
        <p:spPr>
          <a:xfrm>
            <a:off x="1986273" y="140135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0" name="Google Shape;200;p55"/>
          <p:cNvSpPr txBox="1"/>
          <p:nvPr>
            <p:ph idx="6" type="title"/>
          </p:nvPr>
        </p:nvSpPr>
        <p:spPr>
          <a:xfrm>
            <a:off x="1986273" y="3037983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1" name="Google Shape;201;p55"/>
          <p:cNvSpPr txBox="1"/>
          <p:nvPr>
            <p:ph idx="7" type="title"/>
          </p:nvPr>
        </p:nvSpPr>
        <p:spPr>
          <a:xfrm>
            <a:off x="1986273" y="2219667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2" name="Google Shape;202;p55"/>
          <p:cNvSpPr txBox="1"/>
          <p:nvPr>
            <p:ph idx="8" type="title"/>
          </p:nvPr>
        </p:nvSpPr>
        <p:spPr>
          <a:xfrm>
            <a:off x="1986273" y="3856300"/>
            <a:ext cx="590400" cy="36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3" name="Google Shape;203;p55"/>
          <p:cNvSpPr txBox="1"/>
          <p:nvPr>
            <p:ph idx="9" type="subTitle"/>
          </p:nvPr>
        </p:nvSpPr>
        <p:spPr>
          <a:xfrm>
            <a:off x="2917223" y="140135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4" name="Google Shape;204;p55"/>
          <p:cNvSpPr txBox="1"/>
          <p:nvPr>
            <p:ph idx="13" type="subTitle"/>
          </p:nvPr>
        </p:nvSpPr>
        <p:spPr>
          <a:xfrm>
            <a:off x="2917227" y="2219700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5" name="Google Shape;205;p55"/>
          <p:cNvSpPr txBox="1"/>
          <p:nvPr>
            <p:ph idx="14" type="subTitle"/>
          </p:nvPr>
        </p:nvSpPr>
        <p:spPr>
          <a:xfrm>
            <a:off x="2917223" y="3037976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6" name="Google Shape;206;p55"/>
          <p:cNvSpPr txBox="1"/>
          <p:nvPr>
            <p:ph idx="15" type="subTitle"/>
          </p:nvPr>
        </p:nvSpPr>
        <p:spPr>
          <a:xfrm>
            <a:off x="2917227" y="3856301"/>
            <a:ext cx="42405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07" name="Google Shape;207;p55"/>
          <p:cNvGrpSpPr/>
          <p:nvPr/>
        </p:nvGrpSpPr>
        <p:grpSpPr>
          <a:xfrm>
            <a:off x="8113600" y="227500"/>
            <a:ext cx="882599" cy="403555"/>
            <a:chOff x="7884075" y="238975"/>
            <a:chExt cx="882599" cy="403555"/>
          </a:xfrm>
        </p:grpSpPr>
        <p:sp>
          <p:nvSpPr>
            <p:cNvPr id="208" name="Google Shape;208;p55"/>
            <p:cNvSpPr/>
            <p:nvPr/>
          </p:nvSpPr>
          <p:spPr>
            <a:xfrm>
              <a:off x="8255437" y="436475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5"/>
            <p:cNvSpPr/>
            <p:nvPr/>
          </p:nvSpPr>
          <p:spPr>
            <a:xfrm>
              <a:off x="7884075" y="238975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55"/>
            <p:cNvSpPr/>
            <p:nvPr/>
          </p:nvSpPr>
          <p:spPr>
            <a:xfrm>
              <a:off x="8626800" y="378850"/>
              <a:ext cx="139874" cy="13987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" name="Google Shape;211;p55"/>
          <p:cNvGrpSpPr/>
          <p:nvPr/>
        </p:nvGrpSpPr>
        <p:grpSpPr>
          <a:xfrm>
            <a:off x="378100" y="-216500"/>
            <a:ext cx="8131200" cy="5239200"/>
            <a:chOff x="378100" y="-216500"/>
            <a:chExt cx="8131200" cy="5239200"/>
          </a:xfrm>
        </p:grpSpPr>
        <p:cxnSp>
          <p:nvCxnSpPr>
            <p:cNvPr id="212" name="Google Shape;212;p55"/>
            <p:cNvCxnSpPr/>
            <p:nvPr/>
          </p:nvCxnSpPr>
          <p:spPr>
            <a:xfrm>
              <a:off x="378100" y="-2165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13" name="Google Shape;213;p55"/>
            <p:cNvCxnSpPr/>
            <p:nvPr/>
          </p:nvCxnSpPr>
          <p:spPr>
            <a:xfrm>
              <a:off x="530500" y="-64100"/>
              <a:ext cx="7978800" cy="5086800"/>
            </a:xfrm>
            <a:prstGeom prst="bentConnector3">
              <a:avLst>
                <a:gd fmla="val -97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9"/>
          <p:cNvSpPr txBox="1"/>
          <p:nvPr>
            <p:ph type="title"/>
          </p:nvPr>
        </p:nvSpPr>
        <p:spPr>
          <a:xfrm>
            <a:off x="1851163" y="3797875"/>
            <a:ext cx="32331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6" name="Google Shape;216;p59"/>
          <p:cNvSpPr txBox="1"/>
          <p:nvPr>
            <p:ph idx="1" type="subTitle"/>
          </p:nvPr>
        </p:nvSpPr>
        <p:spPr>
          <a:xfrm>
            <a:off x="713225" y="945625"/>
            <a:ext cx="4371300" cy="27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217" name="Google Shape;217;p59"/>
          <p:cNvGrpSpPr/>
          <p:nvPr/>
        </p:nvGrpSpPr>
        <p:grpSpPr>
          <a:xfrm>
            <a:off x="259568" y="1973966"/>
            <a:ext cx="6622142" cy="3013471"/>
            <a:chOff x="7553711" y="-2334286"/>
            <a:chExt cx="7534579" cy="3428684"/>
          </a:xfrm>
        </p:grpSpPr>
        <p:sp>
          <p:nvSpPr>
            <p:cNvPr id="218" name="Google Shape;218;p59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59"/>
            <p:cNvSpPr/>
            <p:nvPr/>
          </p:nvSpPr>
          <p:spPr>
            <a:xfrm>
              <a:off x="14882235" y="888343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59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59"/>
          <p:cNvGrpSpPr/>
          <p:nvPr/>
        </p:nvGrpSpPr>
        <p:grpSpPr>
          <a:xfrm>
            <a:off x="458900" y="-674125"/>
            <a:ext cx="10001150" cy="5624875"/>
            <a:chOff x="458900" y="-674125"/>
            <a:chExt cx="10001150" cy="5624875"/>
          </a:xfrm>
        </p:grpSpPr>
        <p:cxnSp>
          <p:nvCxnSpPr>
            <p:cNvPr id="222" name="Google Shape;222;p59"/>
            <p:cNvCxnSpPr/>
            <p:nvPr/>
          </p:nvCxnSpPr>
          <p:spPr>
            <a:xfrm rot="5400000">
              <a:off x="-510550" y="2953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3" name="Google Shape;223;p59"/>
            <p:cNvCxnSpPr/>
            <p:nvPr/>
          </p:nvCxnSpPr>
          <p:spPr>
            <a:xfrm rot="5400000">
              <a:off x="-358150" y="447725"/>
              <a:ext cx="2648100" cy="709200"/>
            </a:xfrm>
            <a:prstGeom prst="bentConnector3">
              <a:avLst>
                <a:gd fmla="val 40711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4" name="Google Shape;224;p59"/>
            <p:cNvCxnSpPr/>
            <p:nvPr/>
          </p:nvCxnSpPr>
          <p:spPr>
            <a:xfrm flipH="1">
              <a:off x="6956600" y="3734250"/>
              <a:ext cx="3431400" cy="987000"/>
            </a:xfrm>
            <a:prstGeom prst="bentConnector3">
              <a:avLst>
                <a:gd fmla="val 4548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25" name="Google Shape;225;p59"/>
            <p:cNvCxnSpPr/>
            <p:nvPr/>
          </p:nvCxnSpPr>
          <p:spPr>
            <a:xfrm flipH="1">
              <a:off x="7656850" y="3932550"/>
              <a:ext cx="2803200" cy="10182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8" name="Google Shape;228;p60"/>
          <p:cNvSpPr txBox="1"/>
          <p:nvPr>
            <p:ph idx="1" type="subTitle"/>
          </p:nvPr>
        </p:nvSpPr>
        <p:spPr>
          <a:xfrm>
            <a:off x="5040058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9" name="Google Shape;229;p60"/>
          <p:cNvSpPr txBox="1"/>
          <p:nvPr>
            <p:ph idx="2" type="subTitle"/>
          </p:nvPr>
        </p:nvSpPr>
        <p:spPr>
          <a:xfrm>
            <a:off x="1543450" y="3057025"/>
            <a:ext cx="25605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" name="Google Shape;230;p60"/>
          <p:cNvSpPr txBox="1"/>
          <p:nvPr>
            <p:ph idx="3" type="subTitle"/>
          </p:nvPr>
        </p:nvSpPr>
        <p:spPr>
          <a:xfrm>
            <a:off x="5040058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1" name="Google Shape;231;p60"/>
          <p:cNvSpPr txBox="1"/>
          <p:nvPr>
            <p:ph idx="4" type="subTitle"/>
          </p:nvPr>
        </p:nvSpPr>
        <p:spPr>
          <a:xfrm>
            <a:off x="1543450" y="2662226"/>
            <a:ext cx="2560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32" name="Google Shape;232;p60"/>
          <p:cNvGrpSpPr/>
          <p:nvPr/>
        </p:nvGrpSpPr>
        <p:grpSpPr>
          <a:xfrm>
            <a:off x="65750" y="123192"/>
            <a:ext cx="9078236" cy="5947021"/>
            <a:chOff x="65750" y="123192"/>
            <a:chExt cx="9078236" cy="5947021"/>
          </a:xfrm>
        </p:grpSpPr>
        <p:cxnSp>
          <p:nvCxnSpPr>
            <p:cNvPr id="233" name="Google Shape;233;p60"/>
            <p:cNvCxnSpPr/>
            <p:nvPr/>
          </p:nvCxnSpPr>
          <p:spPr>
            <a:xfrm rot="-5400000">
              <a:off x="6194650" y="2609525"/>
              <a:ext cx="4686900" cy="54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4" name="Google Shape;234;p60"/>
            <p:cNvCxnSpPr/>
            <p:nvPr/>
          </p:nvCxnSpPr>
          <p:spPr>
            <a:xfrm rot="-5400000">
              <a:off x="6564000" y="2981200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5" name="Google Shape;235;p60"/>
            <p:cNvCxnSpPr/>
            <p:nvPr/>
          </p:nvCxnSpPr>
          <p:spPr>
            <a:xfrm rot="-5400000">
              <a:off x="-2013300" y="3409838"/>
              <a:ext cx="4697700" cy="366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36" name="Google Shape;236;p60"/>
            <p:cNvCxnSpPr/>
            <p:nvPr/>
          </p:nvCxnSpPr>
          <p:spPr>
            <a:xfrm rot="-5400000">
              <a:off x="-1700950" y="3696913"/>
              <a:ext cx="41400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grpSp>
          <p:nvGrpSpPr>
            <p:cNvPr id="237" name="Google Shape;237;p60"/>
            <p:cNvGrpSpPr/>
            <p:nvPr/>
          </p:nvGrpSpPr>
          <p:grpSpPr>
            <a:xfrm>
              <a:off x="244996" y="123192"/>
              <a:ext cx="8898990" cy="3904742"/>
              <a:chOff x="244996" y="123192"/>
              <a:chExt cx="8898990" cy="3904742"/>
            </a:xfrm>
          </p:grpSpPr>
          <p:sp>
            <p:nvSpPr>
              <p:cNvPr id="238" name="Google Shape;238;p60"/>
              <p:cNvSpPr/>
              <p:nvPr/>
            </p:nvSpPr>
            <p:spPr>
              <a:xfrm>
                <a:off x="8307552" y="123192"/>
                <a:ext cx="246441" cy="246441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60"/>
              <p:cNvSpPr/>
              <p:nvPr/>
            </p:nvSpPr>
            <p:spPr>
              <a:xfrm>
                <a:off x="8554009" y="83663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60"/>
              <p:cNvSpPr/>
              <p:nvPr/>
            </p:nvSpPr>
            <p:spPr>
              <a:xfrm>
                <a:off x="9010993" y="3894941"/>
                <a:ext cx="132993" cy="132993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60"/>
              <p:cNvSpPr/>
              <p:nvPr/>
            </p:nvSpPr>
            <p:spPr>
              <a:xfrm>
                <a:off x="244996" y="1750985"/>
                <a:ext cx="181108" cy="181108"/>
              </a:xfrm>
              <a:custGeom>
                <a:rect b="b" l="l" r="r" t="t"/>
                <a:pathLst>
                  <a:path extrusionOk="0" h="6648" w="6648">
                    <a:moveTo>
                      <a:pt x="6648" y="3327"/>
                    </a:moveTo>
                    <a:cubicBezTo>
                      <a:pt x="6648" y="5162"/>
                      <a:pt x="5157" y="6647"/>
                      <a:pt x="3327" y="6647"/>
                    </a:cubicBezTo>
                    <a:cubicBezTo>
                      <a:pt x="1491" y="6647"/>
                      <a:pt x="1" y="5162"/>
                      <a:pt x="1" y="3327"/>
                    </a:cubicBezTo>
                    <a:cubicBezTo>
                      <a:pt x="1" y="1491"/>
                      <a:pt x="1491" y="0"/>
                      <a:pt x="3327" y="0"/>
                    </a:cubicBezTo>
                    <a:cubicBezTo>
                      <a:pt x="5157" y="0"/>
                      <a:pt x="6648" y="1491"/>
                      <a:pt x="6648" y="33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1"/>
          <p:cNvSpPr txBox="1"/>
          <p:nvPr>
            <p:ph idx="1" type="subTitle"/>
          </p:nvPr>
        </p:nvSpPr>
        <p:spPr>
          <a:xfrm>
            <a:off x="93770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61"/>
          <p:cNvSpPr txBox="1"/>
          <p:nvPr>
            <p:ph idx="2" type="subTitle"/>
          </p:nvPr>
        </p:nvSpPr>
        <p:spPr>
          <a:xfrm>
            <a:off x="3484422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61"/>
          <p:cNvSpPr txBox="1"/>
          <p:nvPr>
            <p:ph idx="3" type="subTitle"/>
          </p:nvPr>
        </p:nvSpPr>
        <p:spPr>
          <a:xfrm>
            <a:off x="6031150" y="3138773"/>
            <a:ext cx="2175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7" name="Google Shape;247;p61"/>
          <p:cNvSpPr txBox="1"/>
          <p:nvPr>
            <p:ph idx="4" type="subTitle"/>
          </p:nvPr>
        </p:nvSpPr>
        <p:spPr>
          <a:xfrm>
            <a:off x="93770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8" name="Google Shape;248;p61"/>
          <p:cNvSpPr txBox="1"/>
          <p:nvPr>
            <p:ph idx="5" type="subTitle"/>
          </p:nvPr>
        </p:nvSpPr>
        <p:spPr>
          <a:xfrm>
            <a:off x="3484422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9" name="Google Shape;249;p61"/>
          <p:cNvSpPr txBox="1"/>
          <p:nvPr>
            <p:ph idx="6" type="subTitle"/>
          </p:nvPr>
        </p:nvSpPr>
        <p:spPr>
          <a:xfrm>
            <a:off x="6031150" y="2828225"/>
            <a:ext cx="21753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50" name="Google Shape;250;p61"/>
          <p:cNvGrpSpPr/>
          <p:nvPr/>
        </p:nvGrpSpPr>
        <p:grpSpPr>
          <a:xfrm>
            <a:off x="4047014" y="42573"/>
            <a:ext cx="4967892" cy="427564"/>
            <a:chOff x="4047014" y="42573"/>
            <a:chExt cx="4967892" cy="427564"/>
          </a:xfrm>
        </p:grpSpPr>
        <p:sp>
          <p:nvSpPr>
            <p:cNvPr id="251" name="Google Shape;251;p61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1"/>
            <p:cNvSpPr/>
            <p:nvPr/>
          </p:nvSpPr>
          <p:spPr>
            <a:xfrm rot="-5400000">
              <a:off x="5047357" y="42573"/>
              <a:ext cx="181108" cy="18110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1"/>
            <p:cNvSpPr/>
            <p:nvPr/>
          </p:nvSpPr>
          <p:spPr>
            <a:xfrm rot="-5400000">
              <a:off x="8881913" y="280415"/>
              <a:ext cx="132993" cy="132993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61"/>
          <p:cNvGrpSpPr/>
          <p:nvPr/>
        </p:nvGrpSpPr>
        <p:grpSpPr>
          <a:xfrm>
            <a:off x="-491175" y="145189"/>
            <a:ext cx="10284997" cy="4769636"/>
            <a:chOff x="-491175" y="145189"/>
            <a:chExt cx="10284997" cy="4769636"/>
          </a:xfrm>
        </p:grpSpPr>
        <p:cxnSp>
          <p:nvCxnSpPr>
            <p:cNvPr id="255" name="Google Shape;255;p61"/>
            <p:cNvCxnSpPr/>
            <p:nvPr/>
          </p:nvCxnSpPr>
          <p:spPr>
            <a:xfrm rot="10800000">
              <a:off x="4978547" y="271239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6" name="Google Shape;256;p61"/>
            <p:cNvCxnSpPr/>
            <p:nvPr/>
          </p:nvCxnSpPr>
          <p:spPr>
            <a:xfrm rot="10800000">
              <a:off x="5653822" y="14518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7" name="Google Shape;257;p61"/>
            <p:cNvCxnSpPr/>
            <p:nvPr/>
          </p:nvCxnSpPr>
          <p:spPr>
            <a:xfrm>
              <a:off x="-491175" y="4640850"/>
              <a:ext cx="8531100" cy="2139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58" name="Google Shape;258;p61"/>
            <p:cNvCxnSpPr/>
            <p:nvPr/>
          </p:nvCxnSpPr>
          <p:spPr>
            <a:xfrm>
              <a:off x="-399350" y="4560525"/>
              <a:ext cx="6630600" cy="354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62"/>
          <p:cNvSpPr txBox="1"/>
          <p:nvPr>
            <p:ph idx="1" type="subTitle"/>
          </p:nvPr>
        </p:nvSpPr>
        <p:spPr>
          <a:xfrm>
            <a:off x="1967648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62"/>
          <p:cNvSpPr txBox="1"/>
          <p:nvPr>
            <p:ph idx="2" type="subTitle"/>
          </p:nvPr>
        </p:nvSpPr>
        <p:spPr>
          <a:xfrm>
            <a:off x="5198152" y="20846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62"/>
          <p:cNvSpPr txBox="1"/>
          <p:nvPr>
            <p:ph idx="3" type="subTitle"/>
          </p:nvPr>
        </p:nvSpPr>
        <p:spPr>
          <a:xfrm>
            <a:off x="1967648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62"/>
          <p:cNvSpPr txBox="1"/>
          <p:nvPr>
            <p:ph idx="4" type="subTitle"/>
          </p:nvPr>
        </p:nvSpPr>
        <p:spPr>
          <a:xfrm>
            <a:off x="5198152" y="3518067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2"/>
          <p:cNvSpPr txBox="1"/>
          <p:nvPr>
            <p:ph idx="5" type="subTitle"/>
          </p:nvPr>
        </p:nvSpPr>
        <p:spPr>
          <a:xfrm>
            <a:off x="1967648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6" name="Google Shape;266;p62"/>
          <p:cNvSpPr txBox="1"/>
          <p:nvPr>
            <p:ph idx="6" type="subTitle"/>
          </p:nvPr>
        </p:nvSpPr>
        <p:spPr>
          <a:xfrm>
            <a:off x="5198150" y="177872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7" name="Google Shape;267;p62"/>
          <p:cNvSpPr txBox="1"/>
          <p:nvPr>
            <p:ph idx="7" type="subTitle"/>
          </p:nvPr>
        </p:nvSpPr>
        <p:spPr>
          <a:xfrm>
            <a:off x="1967648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8" name="Google Shape;268;p62"/>
          <p:cNvSpPr txBox="1"/>
          <p:nvPr>
            <p:ph idx="8" type="subTitle"/>
          </p:nvPr>
        </p:nvSpPr>
        <p:spPr>
          <a:xfrm>
            <a:off x="5198150" y="3212175"/>
            <a:ext cx="19782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000">
                <a:latin typeface="Sora"/>
                <a:ea typeface="Sora"/>
                <a:cs typeface="Sora"/>
                <a:sym typeface="Sora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b="1" sz="24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69" name="Google Shape;269;p62"/>
          <p:cNvGrpSpPr/>
          <p:nvPr/>
        </p:nvGrpSpPr>
        <p:grpSpPr>
          <a:xfrm>
            <a:off x="184960" y="-914261"/>
            <a:ext cx="8511650" cy="5875100"/>
            <a:chOff x="184960" y="-914261"/>
            <a:chExt cx="8511650" cy="5875100"/>
          </a:xfrm>
        </p:grpSpPr>
        <p:cxnSp>
          <p:nvCxnSpPr>
            <p:cNvPr id="270" name="Google Shape;270;p62"/>
            <p:cNvCxnSpPr/>
            <p:nvPr/>
          </p:nvCxnSpPr>
          <p:spPr>
            <a:xfrm rot="5400000">
              <a:off x="-1759290" y="1284414"/>
              <a:ext cx="4686900" cy="546300"/>
            </a:xfrm>
            <a:prstGeom prst="bentConnector3">
              <a:avLst>
                <a:gd fmla="val 18882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1" name="Google Shape;271;p62"/>
            <p:cNvCxnSpPr/>
            <p:nvPr/>
          </p:nvCxnSpPr>
          <p:spPr>
            <a:xfrm rot="5400000">
              <a:off x="-1581740" y="852439"/>
              <a:ext cx="4140000" cy="606600"/>
            </a:xfrm>
            <a:prstGeom prst="bentConnector3">
              <a:avLst>
                <a:gd fmla="val 32793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2" name="Google Shape;272;p62"/>
            <p:cNvCxnSpPr/>
            <p:nvPr/>
          </p:nvCxnSpPr>
          <p:spPr>
            <a:xfrm rot="5400000">
              <a:off x="5885760" y="2149989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73" name="Google Shape;273;p62"/>
            <p:cNvCxnSpPr/>
            <p:nvPr/>
          </p:nvCxnSpPr>
          <p:spPr>
            <a:xfrm rot="5400000">
              <a:off x="5659460" y="1671214"/>
              <a:ext cx="5112900" cy="5088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74" name="Google Shape;274;p62"/>
          <p:cNvGrpSpPr/>
          <p:nvPr/>
        </p:nvGrpSpPr>
        <p:grpSpPr>
          <a:xfrm>
            <a:off x="4047014" y="27379"/>
            <a:ext cx="4845881" cy="3896497"/>
            <a:chOff x="4047014" y="27379"/>
            <a:chExt cx="4845881" cy="3896497"/>
          </a:xfrm>
        </p:grpSpPr>
        <p:sp>
          <p:nvSpPr>
            <p:cNvPr id="275" name="Google Shape;275;p62"/>
            <p:cNvSpPr/>
            <p:nvPr/>
          </p:nvSpPr>
          <p:spPr>
            <a:xfrm rot="-5400000">
              <a:off x="4047014" y="223696"/>
              <a:ext cx="246441" cy="246441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62"/>
            <p:cNvSpPr/>
            <p:nvPr/>
          </p:nvSpPr>
          <p:spPr>
            <a:xfrm rot="-5400000">
              <a:off x="8470281" y="3727561"/>
              <a:ext cx="196332" cy="19629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62"/>
            <p:cNvSpPr/>
            <p:nvPr/>
          </p:nvSpPr>
          <p:spPr>
            <a:xfrm rot="-5400000">
              <a:off x="8641534" y="2927466"/>
              <a:ext cx="251378" cy="251344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62"/>
            <p:cNvSpPr/>
            <p:nvPr/>
          </p:nvSpPr>
          <p:spPr>
            <a:xfrm rot="-5400000">
              <a:off x="4391516" y="27388"/>
              <a:ext cx="156245" cy="156228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62"/>
            <p:cNvSpPr/>
            <p:nvPr/>
          </p:nvSpPr>
          <p:spPr>
            <a:xfrm rot="-5400000">
              <a:off x="8470291" y="2624037"/>
              <a:ext cx="161895" cy="161879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6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2" name="Google Shape;282;p68"/>
          <p:cNvSpPr txBox="1"/>
          <p:nvPr>
            <p:ph type="title"/>
          </p:nvPr>
        </p:nvSpPr>
        <p:spPr>
          <a:xfrm>
            <a:off x="5403175" y="3859175"/>
            <a:ext cx="3027600" cy="74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4"/>
          <p:cNvSpPr txBox="1"/>
          <p:nvPr>
            <p:ph type="title"/>
          </p:nvPr>
        </p:nvSpPr>
        <p:spPr>
          <a:xfrm>
            <a:off x="720000" y="1784150"/>
            <a:ext cx="35979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5" name="Google Shape;285;p74"/>
          <p:cNvSpPr txBox="1"/>
          <p:nvPr>
            <p:ph idx="1" type="subTitle"/>
          </p:nvPr>
        </p:nvSpPr>
        <p:spPr>
          <a:xfrm>
            <a:off x="720000" y="2449450"/>
            <a:ext cx="35979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86" name="Google Shape;286;p74"/>
          <p:cNvGrpSpPr/>
          <p:nvPr/>
        </p:nvGrpSpPr>
        <p:grpSpPr>
          <a:xfrm>
            <a:off x="-313975" y="-235500"/>
            <a:ext cx="8764375" cy="5229850"/>
            <a:chOff x="-313975" y="-235500"/>
            <a:chExt cx="8764375" cy="5229850"/>
          </a:xfrm>
        </p:grpSpPr>
        <p:cxnSp>
          <p:nvCxnSpPr>
            <p:cNvPr id="287" name="Google Shape;287;p74"/>
            <p:cNvCxnSpPr/>
            <p:nvPr/>
          </p:nvCxnSpPr>
          <p:spPr>
            <a:xfrm>
              <a:off x="-122100" y="-12395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288" name="Google Shape;288;p74"/>
            <p:cNvCxnSpPr/>
            <p:nvPr/>
          </p:nvCxnSpPr>
          <p:spPr>
            <a:xfrm>
              <a:off x="-313975" y="-235500"/>
              <a:ext cx="8572500" cy="5118300"/>
            </a:xfrm>
            <a:prstGeom prst="bentConnector3">
              <a:avLst>
                <a:gd fmla="val 5355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289" name="Google Shape;289;p74"/>
          <p:cNvGrpSpPr/>
          <p:nvPr/>
        </p:nvGrpSpPr>
        <p:grpSpPr>
          <a:xfrm>
            <a:off x="8576588" y="4496316"/>
            <a:ext cx="422946" cy="368845"/>
            <a:chOff x="8576588" y="4496316"/>
            <a:chExt cx="422946" cy="368845"/>
          </a:xfrm>
        </p:grpSpPr>
        <p:sp>
          <p:nvSpPr>
            <p:cNvPr id="290" name="Google Shape;290;p74"/>
            <p:cNvSpPr/>
            <p:nvPr/>
          </p:nvSpPr>
          <p:spPr>
            <a:xfrm rot="-5400000">
              <a:off x="8576580" y="4720848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4"/>
            <p:cNvSpPr/>
            <p:nvPr/>
          </p:nvSpPr>
          <p:spPr>
            <a:xfrm rot="-5400000">
              <a:off x="8775019" y="4496328"/>
              <a:ext cx="224528" cy="224503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5"/>
          <p:cNvSpPr txBox="1"/>
          <p:nvPr>
            <p:ph type="title"/>
          </p:nvPr>
        </p:nvSpPr>
        <p:spPr>
          <a:xfrm>
            <a:off x="713264" y="685100"/>
            <a:ext cx="46293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4" name="Google Shape;294;p75"/>
          <p:cNvSpPr txBox="1"/>
          <p:nvPr>
            <p:ph idx="1" type="subTitle"/>
          </p:nvPr>
        </p:nvSpPr>
        <p:spPr>
          <a:xfrm>
            <a:off x="713225" y="1722730"/>
            <a:ext cx="4629300" cy="11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75"/>
          <p:cNvSpPr txBox="1"/>
          <p:nvPr/>
        </p:nvSpPr>
        <p:spPr>
          <a:xfrm>
            <a:off x="713277" y="3611950"/>
            <a:ext cx="46293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b="1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includes icons by 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96" name="Google Shape;296;p75"/>
          <p:cNvGrpSpPr/>
          <p:nvPr/>
        </p:nvGrpSpPr>
        <p:grpSpPr>
          <a:xfrm>
            <a:off x="179243" y="1771891"/>
            <a:ext cx="400449" cy="2933145"/>
            <a:chOff x="7553711" y="-2334286"/>
            <a:chExt cx="455625" cy="3337291"/>
          </a:xfrm>
        </p:grpSpPr>
        <p:sp>
          <p:nvSpPr>
            <p:cNvPr id="297" name="Google Shape;297;p75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75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75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75"/>
          <p:cNvGrpSpPr/>
          <p:nvPr/>
        </p:nvGrpSpPr>
        <p:grpSpPr>
          <a:xfrm>
            <a:off x="312250" y="-762725"/>
            <a:ext cx="855850" cy="2170900"/>
            <a:chOff x="312250" y="-762725"/>
            <a:chExt cx="855850" cy="2170900"/>
          </a:xfrm>
        </p:grpSpPr>
        <p:cxnSp>
          <p:nvCxnSpPr>
            <p:cNvPr id="301" name="Google Shape;301;p75"/>
            <p:cNvCxnSpPr/>
            <p:nvPr/>
          </p:nvCxnSpPr>
          <p:spPr>
            <a:xfrm rot="5400000">
              <a:off x="-237850" y="22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2" name="Google Shape;302;p75"/>
            <p:cNvCxnSpPr/>
            <p:nvPr/>
          </p:nvCxnSpPr>
          <p:spPr>
            <a:xfrm rot="5400000">
              <a:off x="-317750" y="-1327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5" name="Google Shape;305;p76"/>
          <p:cNvSpPr txBox="1"/>
          <p:nvPr>
            <p:ph idx="1" type="subTitle"/>
          </p:nvPr>
        </p:nvSpPr>
        <p:spPr>
          <a:xfrm>
            <a:off x="720000" y="1268825"/>
            <a:ext cx="77040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6" name="Google Shape;306;p76"/>
          <p:cNvGrpSpPr/>
          <p:nvPr/>
        </p:nvGrpSpPr>
        <p:grpSpPr>
          <a:xfrm>
            <a:off x="8217450" y="-781975"/>
            <a:ext cx="1124700" cy="6431700"/>
            <a:chOff x="8217450" y="-781975"/>
            <a:chExt cx="1124700" cy="6431700"/>
          </a:xfrm>
        </p:grpSpPr>
        <p:cxnSp>
          <p:nvCxnSpPr>
            <p:cNvPr id="307" name="Google Shape;307;p76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8" name="Google Shape;308;p76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09" name="Google Shape;309;p76"/>
            <p:cNvCxnSpPr/>
            <p:nvPr/>
          </p:nvCxnSpPr>
          <p:spPr>
            <a:xfrm rot="-5400000">
              <a:off x="7613150" y="424377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10" name="Google Shape;310;p76"/>
            <p:cNvCxnSpPr/>
            <p:nvPr/>
          </p:nvCxnSpPr>
          <p:spPr>
            <a:xfrm rot="-5400000">
              <a:off x="7587450" y="430527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11" name="Google Shape;311;p76"/>
          <p:cNvGrpSpPr/>
          <p:nvPr/>
        </p:nvGrpSpPr>
        <p:grpSpPr>
          <a:xfrm>
            <a:off x="8618643" y="1192466"/>
            <a:ext cx="400449" cy="2933145"/>
            <a:chOff x="7553711" y="-2334286"/>
            <a:chExt cx="455625" cy="3337291"/>
          </a:xfrm>
        </p:grpSpPr>
        <p:sp>
          <p:nvSpPr>
            <p:cNvPr id="312" name="Google Shape;312;p76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76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76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7" name="Google Shape;317;p77"/>
          <p:cNvSpPr txBox="1"/>
          <p:nvPr>
            <p:ph idx="1" type="subTitle"/>
          </p:nvPr>
        </p:nvSpPr>
        <p:spPr>
          <a:xfrm>
            <a:off x="9469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77"/>
          <p:cNvSpPr txBox="1"/>
          <p:nvPr>
            <p:ph idx="2" type="subTitle"/>
          </p:nvPr>
        </p:nvSpPr>
        <p:spPr>
          <a:xfrm>
            <a:off x="4768200" y="1391225"/>
            <a:ext cx="36558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319" name="Google Shape;319;p77"/>
          <p:cNvGrpSpPr/>
          <p:nvPr/>
        </p:nvGrpSpPr>
        <p:grpSpPr>
          <a:xfrm>
            <a:off x="151350" y="-3269025"/>
            <a:ext cx="9343200" cy="7939700"/>
            <a:chOff x="151350" y="-3269025"/>
            <a:chExt cx="9343200" cy="7939700"/>
          </a:xfrm>
        </p:grpSpPr>
        <p:cxnSp>
          <p:nvCxnSpPr>
            <p:cNvPr id="320" name="Google Shape;320;p77"/>
            <p:cNvCxnSpPr/>
            <p:nvPr/>
          </p:nvCxnSpPr>
          <p:spPr>
            <a:xfrm rot="5400000">
              <a:off x="7864150" y="-105625"/>
              <a:ext cx="2082300" cy="729600"/>
            </a:xfrm>
            <a:prstGeom prst="bentConnector3">
              <a:avLst>
                <a:gd fmla="val 43507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1" name="Google Shape;321;p77"/>
            <p:cNvCxnSpPr/>
            <p:nvPr/>
          </p:nvCxnSpPr>
          <p:spPr>
            <a:xfrm rot="5400000">
              <a:off x="8105550" y="-44125"/>
              <a:ext cx="1866600" cy="6066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2" name="Google Shape;322;p77"/>
            <p:cNvCxnSpPr/>
            <p:nvPr/>
          </p:nvCxnSpPr>
          <p:spPr>
            <a:xfrm flipH="1" rot="-5400000">
              <a:off x="6680600" y="138925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3" name="Google Shape;323;p77"/>
            <p:cNvCxnSpPr/>
            <p:nvPr/>
          </p:nvCxnSpPr>
          <p:spPr>
            <a:xfrm rot="5400000">
              <a:off x="6559050" y="17351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4" name="Google Shape;324;p77"/>
            <p:cNvCxnSpPr/>
            <p:nvPr/>
          </p:nvCxnSpPr>
          <p:spPr>
            <a:xfrm rot="5400000">
              <a:off x="-1267400" y="-1712325"/>
              <a:ext cx="3789900" cy="67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5" name="Google Shape;325;p77"/>
            <p:cNvCxnSpPr/>
            <p:nvPr/>
          </p:nvCxnSpPr>
          <p:spPr>
            <a:xfrm rot="5400000">
              <a:off x="-1476000" y="-1533825"/>
              <a:ext cx="4141200" cy="886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6" name="Google Shape;326;p77"/>
            <p:cNvCxnSpPr/>
            <p:nvPr/>
          </p:nvCxnSpPr>
          <p:spPr>
            <a:xfrm flipH="1" rot="-5400000">
              <a:off x="-1623700" y="-1097800"/>
              <a:ext cx="3956400" cy="30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27" name="Google Shape;327;p77"/>
            <p:cNvCxnSpPr/>
            <p:nvPr/>
          </p:nvCxnSpPr>
          <p:spPr>
            <a:xfrm rot="5400000">
              <a:off x="-1745250" y="-751875"/>
              <a:ext cx="5192400" cy="678600"/>
            </a:xfrm>
            <a:prstGeom prst="bentConnector3">
              <a:avLst>
                <a:gd fmla="val 35464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28" name="Google Shape;328;p77"/>
          <p:cNvGrpSpPr/>
          <p:nvPr/>
        </p:nvGrpSpPr>
        <p:grpSpPr>
          <a:xfrm>
            <a:off x="151475" y="1703025"/>
            <a:ext cx="8644525" cy="3344075"/>
            <a:chOff x="151475" y="1703025"/>
            <a:chExt cx="8644525" cy="3344075"/>
          </a:xfrm>
        </p:grpSpPr>
        <p:sp>
          <p:nvSpPr>
            <p:cNvPr id="329" name="Google Shape;329;p77"/>
            <p:cNvSpPr/>
            <p:nvPr/>
          </p:nvSpPr>
          <p:spPr>
            <a:xfrm>
              <a:off x="151475" y="1703025"/>
              <a:ext cx="183600" cy="18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0" name="Google Shape;330;p77"/>
            <p:cNvSpPr/>
            <p:nvPr/>
          </p:nvSpPr>
          <p:spPr>
            <a:xfrm>
              <a:off x="335075" y="261282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1" name="Google Shape;331;p77"/>
            <p:cNvSpPr/>
            <p:nvPr/>
          </p:nvSpPr>
          <p:spPr>
            <a:xfrm>
              <a:off x="235000" y="28800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2" name="Google Shape;332;p77"/>
            <p:cNvSpPr/>
            <p:nvPr/>
          </p:nvSpPr>
          <p:spPr>
            <a:xfrm>
              <a:off x="335075" y="3371175"/>
              <a:ext cx="83400" cy="83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3" name="Google Shape;333;p77"/>
            <p:cNvSpPr/>
            <p:nvPr/>
          </p:nvSpPr>
          <p:spPr>
            <a:xfrm>
              <a:off x="8612400" y="4863500"/>
              <a:ext cx="183600" cy="18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82"/>
          <p:cNvGrpSpPr/>
          <p:nvPr/>
        </p:nvGrpSpPr>
        <p:grpSpPr>
          <a:xfrm>
            <a:off x="-709225" y="2020450"/>
            <a:ext cx="10403925" cy="4250875"/>
            <a:chOff x="-709225" y="2020450"/>
            <a:chExt cx="10403925" cy="4250875"/>
          </a:xfrm>
        </p:grpSpPr>
        <p:grpSp>
          <p:nvGrpSpPr>
            <p:cNvPr id="337" name="Google Shape;337;p82"/>
            <p:cNvGrpSpPr/>
            <p:nvPr/>
          </p:nvGrpSpPr>
          <p:grpSpPr>
            <a:xfrm>
              <a:off x="176175" y="2459300"/>
              <a:ext cx="418425" cy="3812025"/>
              <a:chOff x="176175" y="2459300"/>
              <a:chExt cx="418425" cy="3812025"/>
            </a:xfrm>
          </p:grpSpPr>
          <p:cxnSp>
            <p:nvCxnSpPr>
              <p:cNvPr id="338" name="Google Shape;338;p82"/>
              <p:cNvCxnSpPr/>
              <p:nvPr/>
            </p:nvCxnSpPr>
            <p:spPr>
              <a:xfrm flipH="1" rot="5400000">
                <a:off x="-1093800" y="3815900"/>
                <a:ext cx="3045000" cy="3318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39" name="Google Shape;339;p82"/>
              <p:cNvCxnSpPr/>
              <p:nvPr/>
            </p:nvCxnSpPr>
            <p:spPr>
              <a:xfrm flipH="1" rot="5400000">
                <a:off x="-1327875" y="4449875"/>
                <a:ext cx="3325500" cy="317400"/>
              </a:xfrm>
              <a:prstGeom prst="bentConnector3">
                <a:avLst>
                  <a:gd fmla="val 64575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340" name="Google Shape;340;p82"/>
            <p:cNvGrpSpPr/>
            <p:nvPr/>
          </p:nvGrpSpPr>
          <p:grpSpPr>
            <a:xfrm>
              <a:off x="-709225" y="4185350"/>
              <a:ext cx="7895400" cy="1976375"/>
              <a:chOff x="-709225" y="4185350"/>
              <a:chExt cx="7895400" cy="1976375"/>
            </a:xfrm>
          </p:grpSpPr>
          <p:cxnSp>
            <p:nvCxnSpPr>
              <p:cNvPr id="341" name="Google Shape;341;p82"/>
              <p:cNvCxnSpPr/>
              <p:nvPr/>
            </p:nvCxnSpPr>
            <p:spPr>
              <a:xfrm flipH="1" rot="10800000">
                <a:off x="-709225" y="4185350"/>
                <a:ext cx="7895400" cy="1147500"/>
              </a:xfrm>
              <a:prstGeom prst="bentConnector3">
                <a:avLst>
                  <a:gd fmla="val 71221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2" name="Google Shape;342;p82"/>
              <p:cNvCxnSpPr/>
              <p:nvPr/>
            </p:nvCxnSpPr>
            <p:spPr>
              <a:xfrm flipH="1" rot="10800000">
                <a:off x="2953025" y="4367125"/>
                <a:ext cx="3567000" cy="1794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343" name="Google Shape;343;p82"/>
            <p:cNvGrpSpPr/>
            <p:nvPr/>
          </p:nvGrpSpPr>
          <p:grpSpPr>
            <a:xfrm>
              <a:off x="8878450" y="2020450"/>
              <a:ext cx="816250" cy="2568900"/>
              <a:chOff x="8878450" y="2020450"/>
              <a:chExt cx="816250" cy="2568900"/>
            </a:xfrm>
          </p:grpSpPr>
          <p:cxnSp>
            <p:nvCxnSpPr>
              <p:cNvPr id="344" name="Google Shape;344;p82"/>
              <p:cNvCxnSpPr/>
              <p:nvPr/>
            </p:nvCxnSpPr>
            <p:spPr>
              <a:xfrm rot="5400000">
                <a:off x="7933150" y="2965750"/>
                <a:ext cx="2568900" cy="678300"/>
              </a:xfrm>
              <a:prstGeom prst="bentConnector3">
                <a:avLst>
                  <a:gd fmla="val 4494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345" name="Google Shape;345;p82"/>
              <p:cNvCxnSpPr/>
              <p:nvPr/>
            </p:nvCxnSpPr>
            <p:spPr>
              <a:xfrm rot="5400000">
                <a:off x="8288750" y="2779400"/>
                <a:ext cx="2082300" cy="729600"/>
              </a:xfrm>
              <a:prstGeom prst="bentConnector3">
                <a:avLst>
                  <a:gd fmla="val 50000" name="adj1"/>
                </a:avLst>
              </a:prstGeom>
              <a:noFill/>
              <a:ln cap="flat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346" name="Google Shape;346;p82"/>
          <p:cNvGrpSpPr/>
          <p:nvPr/>
        </p:nvGrpSpPr>
        <p:grpSpPr>
          <a:xfrm>
            <a:off x="84278" y="2240873"/>
            <a:ext cx="8837445" cy="2718104"/>
            <a:chOff x="84278" y="2240873"/>
            <a:chExt cx="8837445" cy="2718104"/>
          </a:xfrm>
        </p:grpSpPr>
        <p:sp>
          <p:nvSpPr>
            <p:cNvPr id="347" name="Google Shape;347;p82"/>
            <p:cNvSpPr/>
            <p:nvPr/>
          </p:nvSpPr>
          <p:spPr>
            <a:xfrm>
              <a:off x="84278" y="22408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82"/>
            <p:cNvSpPr/>
            <p:nvPr/>
          </p:nvSpPr>
          <p:spPr>
            <a:xfrm>
              <a:off x="8777403" y="4814673"/>
              <a:ext cx="144320" cy="144304"/>
            </a:xfrm>
            <a:custGeom>
              <a:rect b="b" l="l" r="r" t="t"/>
              <a:pathLst>
                <a:path extrusionOk="0" h="3298" w="3298">
                  <a:moveTo>
                    <a:pt x="3298" y="1646"/>
                  </a:moveTo>
                  <a:cubicBezTo>
                    <a:pt x="3298" y="2555"/>
                    <a:pt x="2556" y="3298"/>
                    <a:pt x="1646" y="3298"/>
                  </a:cubicBezTo>
                  <a:cubicBezTo>
                    <a:pt x="737" y="3298"/>
                    <a:pt x="0" y="2555"/>
                    <a:pt x="0" y="1646"/>
                  </a:cubicBezTo>
                  <a:cubicBezTo>
                    <a:pt x="0" y="737"/>
                    <a:pt x="737" y="0"/>
                    <a:pt x="1646" y="0"/>
                  </a:cubicBezTo>
                  <a:cubicBezTo>
                    <a:pt x="2556" y="0"/>
                    <a:pt x="3298" y="737"/>
                    <a:pt x="3298" y="16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83"/>
          <p:cNvGrpSpPr/>
          <p:nvPr/>
        </p:nvGrpSpPr>
        <p:grpSpPr>
          <a:xfrm>
            <a:off x="140000" y="188300"/>
            <a:ext cx="580000" cy="6094500"/>
            <a:chOff x="140000" y="188300"/>
            <a:chExt cx="580000" cy="6094500"/>
          </a:xfrm>
        </p:grpSpPr>
        <p:cxnSp>
          <p:nvCxnSpPr>
            <p:cNvPr id="351" name="Google Shape;351;p83"/>
            <p:cNvCxnSpPr/>
            <p:nvPr/>
          </p:nvCxnSpPr>
          <p:spPr>
            <a:xfrm rot="-5400000">
              <a:off x="-522000" y="4271050"/>
              <a:ext cx="2018700" cy="465300"/>
            </a:xfrm>
            <a:prstGeom prst="bentConnector2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52" name="Google Shape;352;p83"/>
            <p:cNvCxnSpPr/>
            <p:nvPr/>
          </p:nvCxnSpPr>
          <p:spPr>
            <a:xfrm rot="-5400000">
              <a:off x="-2575525" y="3200000"/>
              <a:ext cx="6094500" cy="711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353" name="Google Shape;353;p83"/>
            <p:cNvCxnSpPr/>
            <p:nvPr/>
          </p:nvCxnSpPr>
          <p:spPr>
            <a:xfrm rot="-5400000">
              <a:off x="-1584400" y="3258800"/>
              <a:ext cx="3657300" cy="2085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sm" w="sm" type="none"/>
              <a:tailEnd len="med" w="med" type="oval"/>
            </a:ln>
          </p:spPr>
        </p:cxnSp>
      </p:grpSp>
      <p:grpSp>
        <p:nvGrpSpPr>
          <p:cNvPr id="354" name="Google Shape;354;p83"/>
          <p:cNvGrpSpPr/>
          <p:nvPr/>
        </p:nvGrpSpPr>
        <p:grpSpPr>
          <a:xfrm>
            <a:off x="64493" y="394791"/>
            <a:ext cx="400449" cy="2933145"/>
            <a:chOff x="7553711" y="-2334286"/>
            <a:chExt cx="455625" cy="3337291"/>
          </a:xfrm>
        </p:grpSpPr>
        <p:sp>
          <p:nvSpPr>
            <p:cNvPr id="355" name="Google Shape;355;p83"/>
            <p:cNvSpPr/>
            <p:nvPr/>
          </p:nvSpPr>
          <p:spPr>
            <a:xfrm>
              <a:off x="7728940" y="-1977361"/>
              <a:ext cx="280396" cy="280396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83"/>
            <p:cNvSpPr/>
            <p:nvPr/>
          </p:nvSpPr>
          <p:spPr>
            <a:xfrm>
              <a:off x="7766124" y="796950"/>
              <a:ext cx="206055" cy="20605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83"/>
            <p:cNvSpPr/>
            <p:nvPr/>
          </p:nvSpPr>
          <p:spPr>
            <a:xfrm>
              <a:off x="7553711" y="-2334286"/>
              <a:ext cx="151325" cy="151325"/>
            </a:xfrm>
            <a:custGeom>
              <a:rect b="b" l="l" r="r" t="t"/>
              <a:pathLst>
                <a:path extrusionOk="0" h="6648" w="6648">
                  <a:moveTo>
                    <a:pt x="6648" y="3327"/>
                  </a:moveTo>
                  <a:cubicBezTo>
                    <a:pt x="6648" y="5162"/>
                    <a:pt x="5157" y="6647"/>
                    <a:pt x="3327" y="6647"/>
                  </a:cubicBezTo>
                  <a:cubicBezTo>
                    <a:pt x="1491" y="6647"/>
                    <a:pt x="1" y="5162"/>
                    <a:pt x="1" y="3327"/>
                  </a:cubicBezTo>
                  <a:cubicBezTo>
                    <a:pt x="1" y="1491"/>
                    <a:pt x="1491" y="0"/>
                    <a:pt x="3327" y="0"/>
                  </a:cubicBezTo>
                  <a:cubicBezTo>
                    <a:pt x="5157" y="0"/>
                    <a:pt x="6648" y="1491"/>
                    <a:pt x="6648" y="33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b="1" i="0" sz="3000" u="none" cap="none" strike="noStrik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inclushop.store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image" Target="../media/image14.jpg"/><Relationship Id="rId5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3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16.png"/><Relationship Id="rId7" Type="http://schemas.openxmlformats.org/officeDocument/2006/relationships/image" Target="../media/image21.png"/><Relationship Id="rId8" Type="http://schemas.openxmlformats.org/officeDocument/2006/relationships/image" Target="../media/image3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"/>
          <p:cNvSpPr txBox="1"/>
          <p:nvPr>
            <p:ph type="ctrTitle"/>
          </p:nvPr>
        </p:nvSpPr>
        <p:spPr>
          <a:xfrm>
            <a:off x="4157700" y="1061225"/>
            <a:ext cx="4260000" cy="17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Proyecto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“IncluShop”</a:t>
            </a:r>
            <a:endParaRPr/>
          </a:p>
        </p:txBody>
      </p:sp>
      <p:sp>
        <p:nvSpPr>
          <p:cNvPr id="363" name="Google Shape;363;p1"/>
          <p:cNvSpPr txBox="1"/>
          <p:nvPr>
            <p:ph idx="1" type="subTitle"/>
          </p:nvPr>
        </p:nvSpPr>
        <p:spPr>
          <a:xfrm>
            <a:off x="4157700" y="2997200"/>
            <a:ext cx="42600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Herramientas para un e-commerce inclusivo</a:t>
            </a:r>
            <a:endParaRPr/>
          </a:p>
        </p:txBody>
      </p:sp>
      <p:cxnSp>
        <p:nvCxnSpPr>
          <p:cNvPr id="364" name="Google Shape;364;p1"/>
          <p:cNvCxnSpPr>
            <a:endCxn id="363" idx="1"/>
          </p:cNvCxnSpPr>
          <p:nvPr/>
        </p:nvCxnSpPr>
        <p:spPr>
          <a:xfrm flipH="1" rot="-5400000">
            <a:off x="1987200" y="1009550"/>
            <a:ext cx="3995700" cy="3453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365" name="Google Shape;36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1050" y="-1214075"/>
            <a:ext cx="2868375" cy="28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453050" y="-578925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a82f700d77_0_6"/>
          <p:cNvSpPr txBox="1"/>
          <p:nvPr>
            <p:ph idx="1" type="subTitle"/>
          </p:nvPr>
        </p:nvSpPr>
        <p:spPr>
          <a:xfrm>
            <a:off x="797075" y="1918120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Jefe de proyecto y programador</a:t>
            </a:r>
            <a:endParaRPr/>
          </a:p>
        </p:txBody>
      </p:sp>
      <p:sp>
        <p:nvSpPr>
          <p:cNvPr id="372" name="Google Shape;372;g3a82f700d77_0_6"/>
          <p:cNvSpPr txBox="1"/>
          <p:nvPr>
            <p:ph type="title"/>
          </p:nvPr>
        </p:nvSpPr>
        <p:spPr>
          <a:xfrm>
            <a:off x="797075" y="1224599"/>
            <a:ext cx="4696800" cy="656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1700"/>
              <a:t>Benjamín Alejandro Bravo Rivadeneira</a:t>
            </a:r>
            <a:endParaRPr sz="3700"/>
          </a:p>
        </p:txBody>
      </p:sp>
      <p:sp>
        <p:nvSpPr>
          <p:cNvPr id="373" name="Google Shape;373;g3a82f700d77_0_6"/>
          <p:cNvSpPr txBox="1"/>
          <p:nvPr>
            <p:ph idx="2" type="title"/>
          </p:nvPr>
        </p:nvSpPr>
        <p:spPr>
          <a:xfrm>
            <a:off x="3911475" y="2470754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2100"/>
              <a:t>Benjamín Ignacio</a:t>
            </a:r>
            <a:r>
              <a:rPr lang="en" sz="2100"/>
              <a:t> </a:t>
            </a:r>
            <a:r>
              <a:rPr lang="en" sz="2100"/>
              <a:t>Vargas Díaz</a:t>
            </a:r>
            <a:endParaRPr sz="3700"/>
          </a:p>
        </p:txBody>
      </p:sp>
      <p:sp>
        <p:nvSpPr>
          <p:cNvPr id="374" name="Google Shape;374;g3a82f700d77_0_6"/>
          <p:cNvSpPr txBox="1"/>
          <p:nvPr>
            <p:ph idx="4" type="title"/>
          </p:nvPr>
        </p:nvSpPr>
        <p:spPr>
          <a:xfrm>
            <a:off x="797075" y="3883508"/>
            <a:ext cx="4696800" cy="65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2000"/>
              <a:t>Felipe Teodoro Muñoz Gonzalez</a:t>
            </a:r>
            <a:endParaRPr sz="2000"/>
          </a:p>
        </p:txBody>
      </p:sp>
      <p:sp>
        <p:nvSpPr>
          <p:cNvPr id="375" name="Google Shape;375;g3a82f700d77_0_6"/>
          <p:cNvSpPr txBox="1"/>
          <p:nvPr>
            <p:ph idx="5" type="subTitle"/>
          </p:nvPr>
        </p:nvSpPr>
        <p:spPr>
          <a:xfrm>
            <a:off x="797075" y="4579012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Product Owner y programador</a:t>
            </a:r>
            <a:endParaRPr/>
          </a:p>
        </p:txBody>
      </p:sp>
      <p:sp>
        <p:nvSpPr>
          <p:cNvPr id="376" name="Google Shape;376;g3a82f700d77_0_6"/>
          <p:cNvSpPr txBox="1"/>
          <p:nvPr>
            <p:ph type="title"/>
          </p:nvPr>
        </p:nvSpPr>
        <p:spPr>
          <a:xfrm>
            <a:off x="2428050" y="237875"/>
            <a:ext cx="4484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lt2"/>
                </a:solidFill>
              </a:rPr>
              <a:t>INTEGRANTES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77" name="Google Shape;377;g3a82f700d77_0_6"/>
          <p:cNvSpPr txBox="1"/>
          <p:nvPr>
            <p:ph idx="3" type="subTitle"/>
          </p:nvPr>
        </p:nvSpPr>
        <p:spPr>
          <a:xfrm>
            <a:off x="3911475" y="3166166"/>
            <a:ext cx="46968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Scrum Master y programador</a:t>
            </a:r>
            <a:endParaRPr/>
          </a:p>
        </p:txBody>
      </p:sp>
      <p:sp>
        <p:nvSpPr>
          <p:cNvPr id="378" name="Google Shape;378;g3a82f700d77_0_6"/>
          <p:cNvSpPr/>
          <p:nvPr/>
        </p:nvSpPr>
        <p:spPr>
          <a:xfrm>
            <a:off x="6446349" y="881472"/>
            <a:ext cx="1501648" cy="1450829"/>
          </a:xfrm>
          <a:custGeom>
            <a:rect b="b" l="l" r="r" t="t"/>
            <a:pathLst>
              <a:path extrusionOk="0" h="940570" w="812800">
                <a:moveTo>
                  <a:pt x="406400" y="0"/>
                </a:moveTo>
                <a:cubicBezTo>
                  <a:pt x="181951" y="0"/>
                  <a:pt x="0" y="210554"/>
                  <a:pt x="0" y="470285"/>
                </a:cubicBezTo>
                <a:cubicBezTo>
                  <a:pt x="0" y="730016"/>
                  <a:pt x="181951" y="940570"/>
                  <a:pt x="406400" y="940570"/>
                </a:cubicBezTo>
                <a:cubicBezTo>
                  <a:pt x="630849" y="940570"/>
                  <a:pt x="812800" y="730016"/>
                  <a:pt x="812800" y="470285"/>
                </a:cubicBezTo>
                <a:cubicBezTo>
                  <a:pt x="812800" y="210554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79" l="0" r="0" t="-2157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a82f700d77_0_6"/>
          <p:cNvSpPr/>
          <p:nvPr/>
        </p:nvSpPr>
        <p:spPr>
          <a:xfrm>
            <a:off x="1796625" y="2320649"/>
            <a:ext cx="1292352" cy="1451317"/>
          </a:xfrm>
          <a:custGeom>
            <a:rect b="b" l="l" r="r" t="t"/>
            <a:pathLst>
              <a:path extrusionOk="0" h="901439" w="812800">
                <a:moveTo>
                  <a:pt x="406400" y="0"/>
                </a:moveTo>
                <a:cubicBezTo>
                  <a:pt x="181951" y="0"/>
                  <a:pt x="0" y="201794"/>
                  <a:pt x="0" y="450720"/>
                </a:cubicBezTo>
                <a:cubicBezTo>
                  <a:pt x="0" y="699645"/>
                  <a:pt x="181951" y="901439"/>
                  <a:pt x="406400" y="901439"/>
                </a:cubicBezTo>
                <a:cubicBezTo>
                  <a:pt x="630849" y="901439"/>
                  <a:pt x="812800" y="699645"/>
                  <a:pt x="812800" y="450720"/>
                </a:cubicBezTo>
                <a:cubicBezTo>
                  <a:pt x="812800" y="201794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0248" l="0" r="0" t="-3023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82f700d77_0_6"/>
          <p:cNvSpPr/>
          <p:nvPr/>
        </p:nvSpPr>
        <p:spPr>
          <a:xfrm>
            <a:off x="6228425" y="3588175"/>
            <a:ext cx="1558544" cy="1526241"/>
          </a:xfrm>
          <a:custGeom>
            <a:rect b="b" l="l" r="r" t="t"/>
            <a:pathLst>
              <a:path extrusionOk="0" h="905781" w="812800">
                <a:moveTo>
                  <a:pt x="406400" y="0"/>
                </a:moveTo>
                <a:cubicBezTo>
                  <a:pt x="181951" y="0"/>
                  <a:pt x="0" y="202766"/>
                  <a:pt x="0" y="452891"/>
                </a:cubicBezTo>
                <a:cubicBezTo>
                  <a:pt x="0" y="703015"/>
                  <a:pt x="181951" y="905781"/>
                  <a:pt x="406400" y="905781"/>
                </a:cubicBezTo>
                <a:cubicBezTo>
                  <a:pt x="630849" y="905781"/>
                  <a:pt x="812800" y="703015"/>
                  <a:pt x="812800" y="452891"/>
                </a:cubicBezTo>
                <a:cubicBezTo>
                  <a:pt x="812800" y="202766"/>
                  <a:pt x="630849" y="0"/>
                  <a:pt x="40640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419" l="0" r="0" t="-1741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82f700d77_0_378"/>
          <p:cNvSpPr txBox="1"/>
          <p:nvPr>
            <p:ph idx="1" type="subTitle"/>
          </p:nvPr>
        </p:nvSpPr>
        <p:spPr>
          <a:xfrm>
            <a:off x="1435175" y="1015150"/>
            <a:ext cx="524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Las tiendas online tradicionales no consideran adecuadamente a personas con discapacidades visuales o motrices, lo que dificulta la experiencia de compra y navegación. Esto limita la autonomía e inclusión digital de muchos usuarios.</a:t>
            </a:r>
            <a:endParaRPr sz="1100"/>
          </a:p>
        </p:txBody>
      </p:sp>
      <p:sp>
        <p:nvSpPr>
          <p:cNvPr id="386" name="Google Shape;386;g3a82f700d77_0_378"/>
          <p:cNvSpPr txBox="1"/>
          <p:nvPr>
            <p:ph idx="3" type="subTitle"/>
          </p:nvPr>
        </p:nvSpPr>
        <p:spPr>
          <a:xfrm>
            <a:off x="1435175" y="642250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387" name="Google Shape;387;g3a82f700d77_0_378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88" name="Google Shape;388;g3a82f700d77_0_378"/>
          <p:cNvGrpSpPr/>
          <p:nvPr/>
        </p:nvGrpSpPr>
        <p:grpSpPr>
          <a:xfrm>
            <a:off x="760180" y="991558"/>
            <a:ext cx="339253" cy="318042"/>
            <a:chOff x="5049725" y="2635825"/>
            <a:chExt cx="481825" cy="451700"/>
          </a:xfrm>
        </p:grpSpPr>
        <p:sp>
          <p:nvSpPr>
            <p:cNvPr id="389" name="Google Shape;389;g3a82f700d77_0_378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a82f700d77_0_378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a82f700d77_0_378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2" name="Google Shape;392;g3a82f700d77_0_3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175" y="1740300"/>
            <a:ext cx="3023150" cy="30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a82f700d77_0_3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625" y="1917275"/>
            <a:ext cx="2154925" cy="905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a82f700d77_0_3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9613" y="2578800"/>
            <a:ext cx="2176200" cy="47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a82f700d77_0_3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53600" y="3053750"/>
            <a:ext cx="4398081" cy="47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a93229af5e_0_143"/>
          <p:cNvSpPr txBox="1"/>
          <p:nvPr>
            <p:ph idx="1" type="subTitle"/>
          </p:nvPr>
        </p:nvSpPr>
        <p:spPr>
          <a:xfrm>
            <a:off x="1377050" y="903750"/>
            <a:ext cx="524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Hemos desarrollado una plataforma de compra inclusiva que integra navegación por voz y una interfaz accesible, permitiendo que personas con discapacidades visuales o motrices puedan usar una tienda online sin barreras.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La solución combina comandos de voz intuitivos, diseño accesible y una arquitectura adaptable, asegurando una experiencia fluida, autónoma y verdaderamente inclusiva.</a:t>
            </a:r>
            <a:endParaRPr sz="1100"/>
          </a:p>
        </p:txBody>
      </p:sp>
      <p:sp>
        <p:nvSpPr>
          <p:cNvPr id="401" name="Google Shape;401;g3a93229af5e_0_143"/>
          <p:cNvSpPr txBox="1"/>
          <p:nvPr>
            <p:ph idx="3" type="subTitle"/>
          </p:nvPr>
        </p:nvSpPr>
        <p:spPr>
          <a:xfrm>
            <a:off x="1435175" y="642250"/>
            <a:ext cx="5249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Solución</a:t>
            </a:r>
            <a:endParaRPr/>
          </a:p>
        </p:txBody>
      </p:sp>
      <p:sp>
        <p:nvSpPr>
          <p:cNvPr id="402" name="Google Shape;402;g3a93229af5e_0_143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03" name="Google Shape;403;g3a93229af5e_0_143"/>
          <p:cNvGrpSpPr/>
          <p:nvPr/>
        </p:nvGrpSpPr>
        <p:grpSpPr>
          <a:xfrm>
            <a:off x="760180" y="991558"/>
            <a:ext cx="339253" cy="318042"/>
            <a:chOff x="5049725" y="2635825"/>
            <a:chExt cx="481825" cy="451700"/>
          </a:xfrm>
        </p:grpSpPr>
        <p:sp>
          <p:nvSpPr>
            <p:cNvPr id="404" name="Google Shape;404;g3a93229af5e_0_143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a93229af5e_0_143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a93229af5e_0_143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7" name="Google Shape;407;g3a93229af5e_0_143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08" name="Google Shape;408;g3a93229af5e_0_143"/>
          <p:cNvGrpSpPr/>
          <p:nvPr/>
        </p:nvGrpSpPr>
        <p:grpSpPr>
          <a:xfrm>
            <a:off x="760176" y="951495"/>
            <a:ext cx="339253" cy="339253"/>
            <a:chOff x="900750" y="1436075"/>
            <a:chExt cx="481825" cy="481825"/>
          </a:xfrm>
        </p:grpSpPr>
        <p:sp>
          <p:nvSpPr>
            <p:cNvPr id="409" name="Google Shape;409;g3a93229af5e_0_143"/>
            <p:cNvSpPr/>
            <p:nvPr/>
          </p:nvSpPr>
          <p:spPr>
            <a:xfrm>
              <a:off x="900750" y="1627500"/>
              <a:ext cx="481825" cy="290400"/>
            </a:xfrm>
            <a:custGeom>
              <a:rect b="b" l="l" r="r" t="t"/>
              <a:pathLst>
                <a:path extrusionOk="0" h="11616" w="19273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a93229af5e_0_143"/>
            <p:cNvSpPr/>
            <p:nvPr/>
          </p:nvSpPr>
          <p:spPr>
            <a:xfrm>
              <a:off x="129695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3a93229af5e_0_143"/>
            <p:cNvSpPr/>
            <p:nvPr/>
          </p:nvSpPr>
          <p:spPr>
            <a:xfrm>
              <a:off x="914900" y="1549900"/>
              <a:ext cx="71550" cy="105850"/>
            </a:xfrm>
            <a:custGeom>
              <a:rect b="b" l="l" r="r" t="t"/>
              <a:pathLst>
                <a:path extrusionOk="0" h="4234" w="2862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a93229af5e_0_143"/>
            <p:cNvSpPr/>
            <p:nvPr/>
          </p:nvSpPr>
          <p:spPr>
            <a:xfrm>
              <a:off x="1014650" y="1436075"/>
              <a:ext cx="254100" cy="336150"/>
            </a:xfrm>
            <a:custGeom>
              <a:rect b="b" l="l" r="r" t="t"/>
              <a:pathLst>
                <a:path extrusionOk="0" h="13446" w="10164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solidFill>
              <a:srgbClr val="D9E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3" name="Google Shape;413;g3a93229af5e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7375" y="2106663"/>
            <a:ext cx="2953250" cy="21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a93229af5e_0_1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6450" y="2397163"/>
            <a:ext cx="3326909" cy="1751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4"/>
          <p:cNvSpPr/>
          <p:nvPr/>
        </p:nvSpPr>
        <p:spPr>
          <a:xfrm>
            <a:off x="571588" y="792375"/>
            <a:ext cx="716400" cy="71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420" name="Google Shape;420;p24"/>
          <p:cNvGrpSpPr/>
          <p:nvPr/>
        </p:nvGrpSpPr>
        <p:grpSpPr>
          <a:xfrm>
            <a:off x="760180" y="991558"/>
            <a:ext cx="339253" cy="318042"/>
            <a:chOff x="5049725" y="2635825"/>
            <a:chExt cx="481825" cy="451700"/>
          </a:xfrm>
        </p:grpSpPr>
        <p:sp>
          <p:nvSpPr>
            <p:cNvPr id="421" name="Google Shape;421;p24"/>
            <p:cNvSpPr/>
            <p:nvPr/>
          </p:nvSpPr>
          <p:spPr>
            <a:xfrm>
              <a:off x="5135325" y="3031050"/>
              <a:ext cx="310550" cy="56475"/>
            </a:xfrm>
            <a:custGeom>
              <a:rect b="b" l="l" r="r" t="t"/>
              <a:pathLst>
                <a:path extrusionOk="0" h="2259" w="12422">
                  <a:moveTo>
                    <a:pt x="2791" y="0"/>
                  </a:moveTo>
                  <a:lnTo>
                    <a:pt x="2415" y="1130"/>
                  </a:lnTo>
                  <a:lnTo>
                    <a:pt x="566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6" y="2259"/>
                  </a:cubicBezTo>
                  <a:lnTo>
                    <a:pt x="11858" y="2259"/>
                  </a:lnTo>
                  <a:cubicBezTo>
                    <a:pt x="12169" y="2259"/>
                    <a:pt x="12421" y="2006"/>
                    <a:pt x="12421" y="1696"/>
                  </a:cubicBezTo>
                  <a:cubicBezTo>
                    <a:pt x="12421" y="1383"/>
                    <a:pt x="12169" y="1130"/>
                    <a:pt x="11858" y="1130"/>
                  </a:cubicBezTo>
                  <a:lnTo>
                    <a:pt x="10006" y="1130"/>
                  </a:lnTo>
                  <a:lnTo>
                    <a:pt x="9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5049725" y="2946350"/>
              <a:ext cx="481825" cy="56500"/>
            </a:xfrm>
            <a:custGeom>
              <a:rect b="b" l="l" r="r" t="t"/>
              <a:pathLst>
                <a:path extrusionOk="0" h="2260" w="19273">
                  <a:moveTo>
                    <a:pt x="0" y="1"/>
                  </a:moveTo>
                  <a:lnTo>
                    <a:pt x="0" y="567"/>
                  </a:lnTo>
                  <a:cubicBezTo>
                    <a:pt x="0" y="1500"/>
                    <a:pt x="756" y="2259"/>
                    <a:pt x="1693" y="2259"/>
                  </a:cubicBezTo>
                  <a:lnTo>
                    <a:pt x="17577" y="2259"/>
                  </a:lnTo>
                  <a:cubicBezTo>
                    <a:pt x="18513" y="2259"/>
                    <a:pt x="19269" y="1500"/>
                    <a:pt x="19272" y="567"/>
                  </a:cubicBezTo>
                  <a:lnTo>
                    <a:pt x="192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5049725" y="2635825"/>
              <a:ext cx="481825" cy="282325"/>
            </a:xfrm>
            <a:custGeom>
              <a:rect b="b" l="l" r="r" t="t"/>
              <a:pathLst>
                <a:path extrusionOk="0" h="11293" w="19273">
                  <a:moveTo>
                    <a:pt x="1693" y="0"/>
                  </a:moveTo>
                  <a:cubicBezTo>
                    <a:pt x="756" y="0"/>
                    <a:pt x="0" y="759"/>
                    <a:pt x="0" y="1696"/>
                  </a:cubicBezTo>
                  <a:lnTo>
                    <a:pt x="0" y="11293"/>
                  </a:lnTo>
                  <a:lnTo>
                    <a:pt x="19272" y="11293"/>
                  </a:lnTo>
                  <a:lnTo>
                    <a:pt x="19272" y="1696"/>
                  </a:lnTo>
                  <a:cubicBezTo>
                    <a:pt x="19269" y="759"/>
                    <a:pt x="18513" y="0"/>
                    <a:pt x="1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24"/>
          <p:cNvSpPr txBox="1"/>
          <p:nvPr>
            <p:ph type="title"/>
          </p:nvPr>
        </p:nvSpPr>
        <p:spPr>
          <a:xfrm>
            <a:off x="1356575" y="646275"/>
            <a:ext cx="35241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Metodología de trabajo</a:t>
            </a:r>
            <a:endParaRPr/>
          </a:p>
        </p:txBody>
      </p:sp>
      <p:pic>
        <p:nvPicPr>
          <p:cNvPr id="425" name="Google Shape;4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875" y="1697650"/>
            <a:ext cx="2661574" cy="325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4"/>
          <p:cNvSpPr txBox="1"/>
          <p:nvPr>
            <p:ph idx="1" type="subTitle"/>
          </p:nvPr>
        </p:nvSpPr>
        <p:spPr>
          <a:xfrm>
            <a:off x="5740800" y="1983800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Levantamiento de requerimientos.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Identificación de barreras de accesibilidad.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Diseño del sistema y arquitectura inicial.</a:t>
            </a:r>
            <a:endParaRPr b="1" sz="1000"/>
          </a:p>
        </p:txBody>
      </p:sp>
      <p:sp>
        <p:nvSpPr>
          <p:cNvPr id="427" name="Google Shape;427;p24"/>
          <p:cNvSpPr txBox="1"/>
          <p:nvPr>
            <p:ph idx="1" type="subTitle"/>
          </p:nvPr>
        </p:nvSpPr>
        <p:spPr>
          <a:xfrm>
            <a:off x="5905525" y="1750925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Sprint 1:</a:t>
            </a:r>
            <a:endParaRPr b="1" sz="1000"/>
          </a:p>
        </p:txBody>
      </p:sp>
      <p:sp>
        <p:nvSpPr>
          <p:cNvPr id="428" name="Google Shape;428;p24"/>
          <p:cNvSpPr txBox="1"/>
          <p:nvPr>
            <p:ph idx="1" type="subTitle"/>
          </p:nvPr>
        </p:nvSpPr>
        <p:spPr>
          <a:xfrm>
            <a:off x="5823163" y="2933075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Implementación de navegación por voz.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Integración con el sistema.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Pruebas funcionales y ajustes iterativos.</a:t>
            </a:r>
            <a:endParaRPr b="1" sz="1000"/>
          </a:p>
        </p:txBody>
      </p:sp>
      <p:sp>
        <p:nvSpPr>
          <p:cNvPr id="429" name="Google Shape;429;p24"/>
          <p:cNvSpPr txBox="1"/>
          <p:nvPr>
            <p:ph idx="1" type="subTitle"/>
          </p:nvPr>
        </p:nvSpPr>
        <p:spPr>
          <a:xfrm>
            <a:off x="5987888" y="2700200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Sprint 2:</a:t>
            </a:r>
            <a:endParaRPr b="1" sz="1000"/>
          </a:p>
        </p:txBody>
      </p:sp>
      <p:sp>
        <p:nvSpPr>
          <p:cNvPr id="430" name="Google Shape;430;p24"/>
          <p:cNvSpPr txBox="1"/>
          <p:nvPr>
            <p:ph idx="1" type="subTitle"/>
          </p:nvPr>
        </p:nvSpPr>
        <p:spPr>
          <a:xfrm>
            <a:off x="6045988" y="3882350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Zoom Inclusivo, Quality Assurance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Abordado de Feedback.</a:t>
            </a:r>
            <a:endParaRPr b="1" sz="1000"/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 sz="1000"/>
              <a:t>Preparación para entrega final.</a:t>
            </a:r>
            <a:endParaRPr b="1" sz="1000"/>
          </a:p>
        </p:txBody>
      </p:sp>
      <p:sp>
        <p:nvSpPr>
          <p:cNvPr id="431" name="Google Shape;431;p24"/>
          <p:cNvSpPr txBox="1"/>
          <p:nvPr>
            <p:ph idx="1" type="subTitle"/>
          </p:nvPr>
        </p:nvSpPr>
        <p:spPr>
          <a:xfrm>
            <a:off x="6210713" y="3649475"/>
            <a:ext cx="30690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Sprint 3:</a:t>
            </a:r>
            <a:endParaRPr b="1" sz="1000"/>
          </a:p>
        </p:txBody>
      </p:sp>
      <p:sp>
        <p:nvSpPr>
          <p:cNvPr id="432" name="Google Shape;432;p24"/>
          <p:cNvSpPr txBox="1"/>
          <p:nvPr>
            <p:ph type="title"/>
          </p:nvPr>
        </p:nvSpPr>
        <p:spPr>
          <a:xfrm>
            <a:off x="317550" y="1105150"/>
            <a:ext cx="35241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500"/>
              <a:t>Agil: Scrum</a:t>
            </a:r>
            <a:endParaRPr sz="2500"/>
          </a:p>
        </p:txBody>
      </p:sp>
      <p:pic>
        <p:nvPicPr>
          <p:cNvPr id="433" name="Google Shape;43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9875" y="1536425"/>
            <a:ext cx="1104400" cy="10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0725" y="2392075"/>
            <a:ext cx="828425" cy="98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45950" y="3328188"/>
            <a:ext cx="1344449" cy="139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850" y="2700204"/>
            <a:ext cx="2353325" cy="205047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4"/>
          <p:cNvSpPr txBox="1"/>
          <p:nvPr>
            <p:ph idx="1" type="subTitle"/>
          </p:nvPr>
        </p:nvSpPr>
        <p:spPr>
          <a:xfrm>
            <a:off x="468825" y="2073250"/>
            <a:ext cx="3069000" cy="9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Aplicamos Scrum con sprints breves y reuniones diarias que nos ayudaron a coordinarnos, resolver bloqueos rápidamente y avanzar con claridad hacia los objetivos de cada sprint.</a:t>
            </a:r>
            <a:endParaRPr b="1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"/>
          <p:cNvSpPr txBox="1"/>
          <p:nvPr>
            <p:ph type="title"/>
          </p:nvPr>
        </p:nvSpPr>
        <p:spPr>
          <a:xfrm>
            <a:off x="266713" y="193950"/>
            <a:ext cx="8823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Cronograma para el desarrollo del proyecto</a:t>
            </a:r>
            <a:endParaRPr sz="3000"/>
          </a:p>
        </p:txBody>
      </p:sp>
      <p:pic>
        <p:nvPicPr>
          <p:cNvPr id="443" name="Google Shape;4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124" y="759437"/>
            <a:ext cx="6569625" cy="357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Tecnologías utilizadas</a:t>
            </a:r>
            <a:endParaRPr/>
          </a:p>
        </p:txBody>
      </p:sp>
      <p:sp>
        <p:nvSpPr>
          <p:cNvPr id="449" name="Google Shape;449;p11"/>
          <p:cNvSpPr txBox="1"/>
          <p:nvPr>
            <p:ph idx="1" type="subTitle"/>
          </p:nvPr>
        </p:nvSpPr>
        <p:spPr>
          <a:xfrm>
            <a:off x="878200" y="1344475"/>
            <a:ext cx="5249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Frontend: HTML5, CSS3, JavaScript, Bootstrap, FontAwesome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Backend: Django (Python)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APIs: Web Speech API (Reconocimiento y Síntesis de Voz)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Infraestructura:  Hosting Local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• Base de Datos: My SQL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100"/>
          </a:p>
        </p:txBody>
      </p:sp>
      <p:pic>
        <p:nvPicPr>
          <p:cNvPr id="450" name="Google Shape;45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00" y="2764650"/>
            <a:ext cx="3610799" cy="18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2550" y="3022175"/>
            <a:ext cx="2032101" cy="149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3050" y="1401074"/>
            <a:ext cx="2731576" cy="117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a93229af5e_0_0"/>
          <p:cNvSpPr txBox="1"/>
          <p:nvPr>
            <p:ph type="title"/>
          </p:nvPr>
        </p:nvSpPr>
        <p:spPr>
          <a:xfrm>
            <a:off x="237975" y="58325"/>
            <a:ext cx="88236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Arquitectura de software</a:t>
            </a:r>
            <a:endParaRPr sz="3000"/>
          </a:p>
        </p:txBody>
      </p:sp>
      <p:pic>
        <p:nvPicPr>
          <p:cNvPr id="458" name="Google Shape;458;g3a93229af5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4475" y="481950"/>
            <a:ext cx="2521924" cy="385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Modelo entidad relación </a:t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3089875" y="1017726"/>
            <a:ext cx="2964261" cy="3572212"/>
          </a:xfrm>
          <a:custGeom>
            <a:rect b="b" l="l" r="r" t="t"/>
            <a:pathLst>
              <a:path extrusionOk="0" h="8454940" w="7800688">
                <a:moveTo>
                  <a:pt x="0" y="0"/>
                </a:moveTo>
                <a:lnTo>
                  <a:pt x="7800688" y="0"/>
                </a:lnTo>
                <a:lnTo>
                  <a:pt x="7800688" y="8454940"/>
                </a:lnTo>
                <a:lnTo>
                  <a:pt x="0" y="8454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21252b5fbe_3_1"/>
          <p:cNvSpPr txBox="1"/>
          <p:nvPr>
            <p:ph type="title"/>
          </p:nvPr>
        </p:nvSpPr>
        <p:spPr>
          <a:xfrm>
            <a:off x="720000" y="2303250"/>
            <a:ext cx="5471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700"/>
              <a:t>Muestra del proyecto</a:t>
            </a:r>
            <a:endParaRPr sz="3700"/>
          </a:p>
        </p:txBody>
      </p:sp>
      <p:sp>
        <p:nvSpPr>
          <p:cNvPr id="470" name="Google Shape;470;g321252b5fbe_3_1"/>
          <p:cNvSpPr txBox="1"/>
          <p:nvPr>
            <p:ph idx="1" type="subTitle"/>
          </p:nvPr>
        </p:nvSpPr>
        <p:spPr>
          <a:xfrm>
            <a:off x="720000" y="3311500"/>
            <a:ext cx="40449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u="sng">
                <a:solidFill>
                  <a:srgbClr val="CFE2F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Inclushop.</a:t>
            </a:r>
            <a:endParaRPr>
              <a:solidFill>
                <a:srgbClr val="CFE2F3"/>
              </a:solidFill>
            </a:endParaRPr>
          </a:p>
        </p:txBody>
      </p:sp>
      <p:cxnSp>
        <p:nvCxnSpPr>
          <p:cNvPr id="471" name="Google Shape;471;g321252b5fbe_3_1"/>
          <p:cNvCxnSpPr>
            <a:stCxn id="470" idx="3"/>
          </p:cNvCxnSpPr>
          <p:nvPr/>
        </p:nvCxnSpPr>
        <p:spPr>
          <a:xfrm flipH="1" rot="10800000">
            <a:off x="4764900" y="3301450"/>
            <a:ext cx="4293900" cy="192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472" name="Google Shape;472;g321252b5fbe_3_1"/>
          <p:cNvCxnSpPr/>
          <p:nvPr/>
        </p:nvCxnSpPr>
        <p:spPr>
          <a:xfrm flipH="1" rot="10800000">
            <a:off x="-329025" y="4087775"/>
            <a:ext cx="3096900" cy="91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8ee90ec1c_0_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Vivencias agiles.</a:t>
            </a:r>
            <a:endParaRPr/>
          </a:p>
        </p:txBody>
      </p:sp>
      <p:pic>
        <p:nvPicPr>
          <p:cNvPr id="478" name="Google Shape;478;g398ee90ec1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65550"/>
            <a:ext cx="3320175" cy="211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98ee90ec1c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3636175"/>
            <a:ext cx="6037225" cy="11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98ee90ec1c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1225" y="1170125"/>
            <a:ext cx="3849259" cy="23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995aa1e90_1_0"/>
          <p:cNvSpPr txBox="1"/>
          <p:nvPr>
            <p:ph type="title"/>
          </p:nvPr>
        </p:nvSpPr>
        <p:spPr>
          <a:xfrm>
            <a:off x="739375" y="2367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Financiamiento y monetización</a:t>
            </a:r>
            <a:endParaRPr/>
          </a:p>
        </p:txBody>
      </p:sp>
      <p:pic>
        <p:nvPicPr>
          <p:cNvPr id="486" name="Google Shape;486;g3a995aa1e90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00" y="562450"/>
            <a:ext cx="3971725" cy="2249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g3a995aa1e90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200" y="2858150"/>
            <a:ext cx="3406426" cy="189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g3a93229af5e_0_7"/>
          <p:cNvGrpSpPr/>
          <p:nvPr/>
        </p:nvGrpSpPr>
        <p:grpSpPr>
          <a:xfrm>
            <a:off x="567713" y="861138"/>
            <a:ext cx="661554" cy="811216"/>
            <a:chOff x="0" y="-66675"/>
            <a:chExt cx="294600" cy="361247"/>
          </a:xfrm>
        </p:grpSpPr>
        <p:sp>
          <p:nvSpPr>
            <p:cNvPr id="493" name="Google Shape;493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94" name="Google Shape;494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5" name="Google Shape;495;g3a93229af5e_0_7"/>
          <p:cNvGrpSpPr/>
          <p:nvPr/>
        </p:nvGrpSpPr>
        <p:grpSpPr>
          <a:xfrm>
            <a:off x="567713" y="2946083"/>
            <a:ext cx="661554" cy="811216"/>
            <a:chOff x="0" y="-66675"/>
            <a:chExt cx="294600" cy="361247"/>
          </a:xfrm>
        </p:grpSpPr>
        <p:sp>
          <p:nvSpPr>
            <p:cNvPr id="496" name="Google Shape;496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97" name="Google Shape;497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8" name="Google Shape;498;g3a93229af5e_0_7"/>
          <p:cNvGrpSpPr/>
          <p:nvPr/>
        </p:nvGrpSpPr>
        <p:grpSpPr>
          <a:xfrm>
            <a:off x="567683" y="3879591"/>
            <a:ext cx="661554" cy="811216"/>
            <a:chOff x="0" y="-66675"/>
            <a:chExt cx="294600" cy="361247"/>
          </a:xfrm>
        </p:grpSpPr>
        <p:sp>
          <p:nvSpPr>
            <p:cNvPr id="499" name="Google Shape;499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00" name="Google Shape;500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1" name="Google Shape;501;g3a93229af5e_0_7"/>
          <p:cNvGrpSpPr/>
          <p:nvPr/>
        </p:nvGrpSpPr>
        <p:grpSpPr>
          <a:xfrm>
            <a:off x="567713" y="1871654"/>
            <a:ext cx="661554" cy="811216"/>
            <a:chOff x="0" y="-66675"/>
            <a:chExt cx="294600" cy="361247"/>
          </a:xfrm>
        </p:grpSpPr>
        <p:sp>
          <p:nvSpPr>
            <p:cNvPr id="502" name="Google Shape;502;g3a93229af5e_0_7"/>
            <p:cNvSpPr/>
            <p:nvPr/>
          </p:nvSpPr>
          <p:spPr>
            <a:xfrm>
              <a:off x="0" y="0"/>
              <a:ext cx="294572" cy="294572"/>
            </a:xfrm>
            <a:custGeom>
              <a:rect b="b" l="l" r="r" t="t"/>
              <a:pathLst>
                <a:path extrusionOk="0" h="294572" w="294572">
                  <a:moveTo>
                    <a:pt x="0" y="0"/>
                  </a:moveTo>
                  <a:lnTo>
                    <a:pt x="294572" y="0"/>
                  </a:lnTo>
                  <a:lnTo>
                    <a:pt x="294572" y="294572"/>
                  </a:lnTo>
                  <a:lnTo>
                    <a:pt x="0" y="29457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03" name="Google Shape;503;g3a93229af5e_0_7"/>
            <p:cNvSpPr txBox="1"/>
            <p:nvPr/>
          </p:nvSpPr>
          <p:spPr>
            <a:xfrm>
              <a:off x="0" y="-66675"/>
              <a:ext cx="294600" cy="361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4" name="Google Shape;504;g3a93229af5e_0_7"/>
          <p:cNvSpPr/>
          <p:nvPr/>
        </p:nvSpPr>
        <p:spPr>
          <a:xfrm>
            <a:off x="752296" y="1081763"/>
            <a:ext cx="292311" cy="329829"/>
          </a:xfrm>
          <a:custGeom>
            <a:rect b="b" l="l" r="r" t="t"/>
            <a:pathLst>
              <a:path extrusionOk="0" h="659657" w="584621">
                <a:moveTo>
                  <a:pt x="0" y="0"/>
                </a:moveTo>
                <a:lnTo>
                  <a:pt x="584621" y="0"/>
                </a:lnTo>
                <a:lnTo>
                  <a:pt x="584621" y="659657"/>
                </a:lnTo>
                <a:lnTo>
                  <a:pt x="0" y="6596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5" name="Google Shape;505;g3a93229af5e_0_7"/>
          <p:cNvSpPr/>
          <p:nvPr/>
        </p:nvSpPr>
        <p:spPr>
          <a:xfrm>
            <a:off x="733935" y="2114812"/>
            <a:ext cx="329033" cy="388813"/>
          </a:xfrm>
          <a:custGeom>
            <a:rect b="b" l="l" r="r" t="t"/>
            <a:pathLst>
              <a:path extrusionOk="0" h="777625" w="658065">
                <a:moveTo>
                  <a:pt x="0" y="0"/>
                </a:moveTo>
                <a:lnTo>
                  <a:pt x="658065" y="0"/>
                </a:lnTo>
                <a:lnTo>
                  <a:pt x="658065" y="777625"/>
                </a:lnTo>
                <a:lnTo>
                  <a:pt x="0" y="7776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6" name="Google Shape;506;g3a93229af5e_0_7"/>
          <p:cNvSpPr/>
          <p:nvPr/>
        </p:nvSpPr>
        <p:spPr>
          <a:xfrm>
            <a:off x="727467" y="3180700"/>
            <a:ext cx="341969" cy="341969"/>
          </a:xfrm>
          <a:custGeom>
            <a:rect b="b" l="l" r="r" t="t"/>
            <a:pathLst>
              <a:path extrusionOk="0" h="683938" w="683938">
                <a:moveTo>
                  <a:pt x="0" y="0"/>
                </a:moveTo>
                <a:lnTo>
                  <a:pt x="683938" y="0"/>
                </a:lnTo>
                <a:lnTo>
                  <a:pt x="683938" y="683938"/>
                </a:lnTo>
                <a:lnTo>
                  <a:pt x="0" y="6839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7" name="Google Shape;507;g3a93229af5e_0_7"/>
          <p:cNvSpPr/>
          <p:nvPr/>
        </p:nvSpPr>
        <p:spPr>
          <a:xfrm>
            <a:off x="749304" y="4094227"/>
            <a:ext cx="298384" cy="381931"/>
          </a:xfrm>
          <a:custGeom>
            <a:rect b="b" l="l" r="r" t="t"/>
            <a:pathLst>
              <a:path extrusionOk="0" h="763861" w="596767">
                <a:moveTo>
                  <a:pt x="0" y="0"/>
                </a:moveTo>
                <a:lnTo>
                  <a:pt x="596767" y="0"/>
                </a:lnTo>
                <a:lnTo>
                  <a:pt x="596767" y="763862"/>
                </a:lnTo>
                <a:lnTo>
                  <a:pt x="0" y="7638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g3a93229af5e_0_7"/>
          <p:cNvSpPr/>
          <p:nvPr/>
        </p:nvSpPr>
        <p:spPr>
          <a:xfrm flipH="1">
            <a:off x="-165790" y="4286147"/>
            <a:ext cx="1298154" cy="1518309"/>
          </a:xfrm>
          <a:custGeom>
            <a:rect b="b" l="l" r="r" t="t"/>
            <a:pathLst>
              <a:path extrusionOk="0" h="3036617" w="2596308">
                <a:moveTo>
                  <a:pt x="2596308" y="0"/>
                </a:moveTo>
                <a:lnTo>
                  <a:pt x="0" y="0"/>
                </a:lnTo>
                <a:lnTo>
                  <a:pt x="0" y="3036618"/>
                </a:lnTo>
                <a:lnTo>
                  <a:pt x="2596308" y="3036618"/>
                </a:lnTo>
                <a:lnTo>
                  <a:pt x="2596308" y="0"/>
                </a:lnTo>
                <a:close/>
              </a:path>
            </a:pathLst>
          </a:custGeom>
          <a:blipFill rotWithShape="1">
            <a:blip r:embed="rId7">
              <a:alphaModFix amt="1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g3a93229af5e_0_7"/>
          <p:cNvSpPr/>
          <p:nvPr/>
        </p:nvSpPr>
        <p:spPr>
          <a:xfrm flipH="1" rot="10800000">
            <a:off x="7664702" y="-563244"/>
            <a:ext cx="1649840" cy="1929638"/>
          </a:xfrm>
          <a:custGeom>
            <a:rect b="b" l="l" r="r" t="t"/>
            <a:pathLst>
              <a:path extrusionOk="0" h="3859276" w="3299681">
                <a:moveTo>
                  <a:pt x="0" y="3859277"/>
                </a:moveTo>
                <a:lnTo>
                  <a:pt x="3299681" y="3859277"/>
                </a:lnTo>
                <a:lnTo>
                  <a:pt x="3299681" y="0"/>
                </a:lnTo>
                <a:lnTo>
                  <a:pt x="0" y="0"/>
                </a:lnTo>
                <a:lnTo>
                  <a:pt x="0" y="3859277"/>
                </a:lnTo>
                <a:close/>
              </a:path>
            </a:pathLst>
          </a:custGeom>
          <a:blipFill rotWithShape="1">
            <a:blip r:embed="rId7">
              <a:alphaModFix amt="1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0" name="Google Shape;510;g3a93229af5e_0_7"/>
          <p:cNvGrpSpPr/>
          <p:nvPr/>
        </p:nvGrpSpPr>
        <p:grpSpPr>
          <a:xfrm>
            <a:off x="5894642" y="-92682"/>
            <a:ext cx="3233905" cy="5270251"/>
            <a:chOff x="0" y="-66675"/>
            <a:chExt cx="1703400" cy="2776008"/>
          </a:xfrm>
        </p:grpSpPr>
        <p:sp>
          <p:nvSpPr>
            <p:cNvPr id="511" name="Google Shape;511;g3a93229af5e_0_7"/>
            <p:cNvSpPr/>
            <p:nvPr/>
          </p:nvSpPr>
          <p:spPr>
            <a:xfrm>
              <a:off x="0" y="0"/>
              <a:ext cx="1703264" cy="2709333"/>
            </a:xfrm>
            <a:custGeom>
              <a:rect b="b" l="l" r="r" t="t"/>
              <a:pathLst>
                <a:path extrusionOk="0" h="2709333" w="1703264">
                  <a:moveTo>
                    <a:pt x="0" y="0"/>
                  </a:moveTo>
                  <a:lnTo>
                    <a:pt x="1703264" y="0"/>
                  </a:lnTo>
                  <a:lnTo>
                    <a:pt x="17032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12" name="Google Shape;512;g3a93229af5e_0_7"/>
            <p:cNvSpPr txBox="1"/>
            <p:nvPr/>
          </p:nvSpPr>
          <p:spPr>
            <a:xfrm>
              <a:off x="0" y="-66675"/>
              <a:ext cx="1703400" cy="2775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" name="Google Shape;513;g3a93229af5e_0_7"/>
          <p:cNvSpPr/>
          <p:nvPr/>
        </p:nvSpPr>
        <p:spPr>
          <a:xfrm flipH="1" rot="10800000">
            <a:off x="7873389" y="-367454"/>
            <a:ext cx="1586212" cy="1855218"/>
          </a:xfrm>
          <a:custGeom>
            <a:rect b="b" l="l" r="r" t="t"/>
            <a:pathLst>
              <a:path extrusionOk="0" h="3710436" w="3172423">
                <a:moveTo>
                  <a:pt x="0" y="3710436"/>
                </a:moveTo>
                <a:lnTo>
                  <a:pt x="3172422" y="3710436"/>
                </a:lnTo>
                <a:lnTo>
                  <a:pt x="3172422" y="0"/>
                </a:lnTo>
                <a:lnTo>
                  <a:pt x="0" y="0"/>
                </a:lnTo>
                <a:lnTo>
                  <a:pt x="0" y="3710436"/>
                </a:lnTo>
                <a:close/>
              </a:path>
            </a:pathLst>
          </a:custGeom>
          <a:blipFill rotWithShape="1">
            <a:blip r:embed="rId8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4" name="Google Shape;514;g3a93229af5e_0_7"/>
          <p:cNvSpPr txBox="1"/>
          <p:nvPr/>
        </p:nvSpPr>
        <p:spPr>
          <a:xfrm>
            <a:off x="514350" y="160027"/>
            <a:ext cx="468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182E"/>
                </a:solidFill>
                <a:latin typeface="Montserrat"/>
                <a:ea typeface="Montserrat"/>
                <a:cs typeface="Montserrat"/>
                <a:sym typeface="Montserrat"/>
              </a:rPr>
              <a:t>Valor agregado</a:t>
            </a:r>
            <a:endParaRPr sz="700"/>
          </a:p>
        </p:txBody>
      </p:sp>
      <p:sp>
        <p:nvSpPr>
          <p:cNvPr id="515" name="Google Shape;515;g3a93229af5e_0_7"/>
          <p:cNvSpPr txBox="1"/>
          <p:nvPr/>
        </p:nvSpPr>
        <p:spPr>
          <a:xfrm>
            <a:off x="1293060" y="1085594"/>
            <a:ext cx="3279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Lo principal es la </a:t>
            </a:r>
            <a:r>
              <a:rPr lang="en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creación</a:t>
            </a: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 de un plug-in con enfoque inclusivo para el E-commerce.</a:t>
            </a:r>
            <a:endParaRPr sz="700"/>
          </a:p>
        </p:txBody>
      </p:sp>
      <p:sp>
        <p:nvSpPr>
          <p:cNvPr id="516" name="Google Shape;516;g3a93229af5e_0_7"/>
          <p:cNvSpPr txBox="1"/>
          <p:nvPr/>
        </p:nvSpPr>
        <p:spPr>
          <a:xfrm>
            <a:off x="1321649" y="3250625"/>
            <a:ext cx="34008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La escalabilidad se vera en torno de como vaya evolucionando el futuro del proyecto.</a:t>
            </a:r>
            <a:endParaRPr sz="700"/>
          </a:p>
        </p:txBody>
      </p:sp>
      <p:sp>
        <p:nvSpPr>
          <p:cNvPr id="517" name="Google Shape;517;g3a93229af5e_0_7"/>
          <p:cNvSpPr txBox="1"/>
          <p:nvPr/>
        </p:nvSpPr>
        <p:spPr>
          <a:xfrm>
            <a:off x="1321649" y="2131809"/>
            <a:ext cx="3767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Por medio de los comandos de voz, se podrá navegar por la totalidad del E-commerce en cuestión.</a:t>
            </a:r>
            <a:endParaRPr sz="700"/>
          </a:p>
        </p:txBody>
      </p:sp>
      <p:sp>
        <p:nvSpPr>
          <p:cNvPr id="518" name="Google Shape;518;g3a93229af5e_0_7"/>
          <p:cNvSpPr txBox="1"/>
          <p:nvPr/>
        </p:nvSpPr>
        <p:spPr>
          <a:xfrm>
            <a:off x="1401161" y="4247396"/>
            <a:ext cx="34761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Si, es factible llevarlo al mudo real en un entorno laboral.</a:t>
            </a:r>
            <a:endParaRPr sz="700"/>
          </a:p>
        </p:txBody>
      </p:sp>
      <p:sp>
        <p:nvSpPr>
          <p:cNvPr id="519" name="Google Shape;519;g3a93229af5e_0_7"/>
          <p:cNvSpPr txBox="1"/>
          <p:nvPr/>
        </p:nvSpPr>
        <p:spPr>
          <a:xfrm>
            <a:off x="1293060" y="906088"/>
            <a:ext cx="13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Innovación</a:t>
            </a:r>
            <a:endParaRPr sz="700"/>
          </a:p>
        </p:txBody>
      </p:sp>
      <p:sp>
        <p:nvSpPr>
          <p:cNvPr id="520" name="Google Shape;520;g3a93229af5e_0_7"/>
          <p:cNvSpPr txBox="1"/>
          <p:nvPr/>
        </p:nvSpPr>
        <p:spPr>
          <a:xfrm>
            <a:off x="1293060" y="3024089"/>
            <a:ext cx="13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Escalabilidad</a:t>
            </a:r>
            <a:endParaRPr sz="700"/>
          </a:p>
        </p:txBody>
      </p:sp>
      <p:sp>
        <p:nvSpPr>
          <p:cNvPr id="521" name="Google Shape;521;g3a93229af5e_0_7"/>
          <p:cNvSpPr txBox="1"/>
          <p:nvPr/>
        </p:nvSpPr>
        <p:spPr>
          <a:xfrm>
            <a:off x="1321649" y="1941224"/>
            <a:ext cx="1370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Comandos </a:t>
            </a:r>
            <a:endParaRPr sz="700"/>
          </a:p>
        </p:txBody>
      </p:sp>
      <p:sp>
        <p:nvSpPr>
          <p:cNvPr id="522" name="Google Shape;522;g3a93229af5e_0_7"/>
          <p:cNvSpPr txBox="1"/>
          <p:nvPr/>
        </p:nvSpPr>
        <p:spPr>
          <a:xfrm>
            <a:off x="1401161" y="4004141"/>
            <a:ext cx="1359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Factibilidad</a:t>
            </a:r>
            <a:endParaRPr sz="700"/>
          </a:p>
        </p:txBody>
      </p:sp>
      <p:pic>
        <p:nvPicPr>
          <p:cNvPr id="523" name="Google Shape;523;g3a93229af5e_0_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8562" y="1487774"/>
            <a:ext cx="3206076" cy="22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500"/>
              <a:t>Obstáculos presentados durante el desarrollo</a:t>
            </a:r>
            <a:endParaRPr sz="2500"/>
          </a:p>
        </p:txBody>
      </p:sp>
      <p:sp>
        <p:nvSpPr>
          <p:cNvPr id="529" name="Google Shape;529;p20"/>
          <p:cNvSpPr/>
          <p:nvPr/>
        </p:nvSpPr>
        <p:spPr>
          <a:xfrm>
            <a:off x="4188850" y="1339442"/>
            <a:ext cx="796800" cy="79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0"/>
          <p:cNvSpPr txBox="1"/>
          <p:nvPr/>
        </p:nvSpPr>
        <p:spPr>
          <a:xfrm>
            <a:off x="738365" y="1509254"/>
            <a:ext cx="24549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Tiempo</a:t>
            </a:r>
            <a:endParaRPr b="1" i="0" sz="20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1" name="Google Shape;531;p20"/>
          <p:cNvSpPr txBox="1"/>
          <p:nvPr/>
        </p:nvSpPr>
        <p:spPr>
          <a:xfrm>
            <a:off x="5976200" y="1472950"/>
            <a:ext cx="2455200" cy="49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6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Coordinación grupal</a:t>
            </a:r>
            <a:endParaRPr b="1" i="0" sz="16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32" name="Google Shape;532;p20"/>
          <p:cNvSpPr txBox="1"/>
          <p:nvPr/>
        </p:nvSpPr>
        <p:spPr>
          <a:xfrm>
            <a:off x="5976201" y="3467800"/>
            <a:ext cx="277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13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Problemas de </a:t>
            </a:r>
            <a:r>
              <a:rPr b="1" lang="en" sz="13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Formalización </a:t>
            </a:r>
            <a:r>
              <a:rPr b="1" i="0" lang="en" sz="1300" u="none" cap="none" strike="noStrike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de documentos</a:t>
            </a:r>
            <a:endParaRPr b="1" i="0" sz="1300" u="none" cap="none" strike="noStrike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533" name="Google Shape;533;p20"/>
          <p:cNvCxnSpPr>
            <a:stCxn id="529" idx="1"/>
            <a:endCxn id="530" idx="3"/>
          </p:cNvCxnSpPr>
          <p:nvPr/>
        </p:nvCxnSpPr>
        <p:spPr>
          <a:xfrm rot="10800000">
            <a:off x="3193150" y="1737842"/>
            <a:ext cx="9957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34" name="Google Shape;534;p20"/>
          <p:cNvCxnSpPr>
            <a:stCxn id="529" idx="3"/>
            <a:endCxn id="531" idx="1"/>
          </p:cNvCxnSpPr>
          <p:nvPr/>
        </p:nvCxnSpPr>
        <p:spPr>
          <a:xfrm flipH="1" rot="10800000">
            <a:off x="4985650" y="1719842"/>
            <a:ext cx="990600" cy="180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535" name="Google Shape;535;p20"/>
          <p:cNvCxnSpPr>
            <a:stCxn id="529" idx="2"/>
            <a:endCxn id="532" idx="0"/>
          </p:cNvCxnSpPr>
          <p:nvPr/>
        </p:nvCxnSpPr>
        <p:spPr>
          <a:xfrm flipH="1" rot="-5400000">
            <a:off x="5308900" y="1414592"/>
            <a:ext cx="1331700" cy="27750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536" name="Google Shape;536;p20"/>
          <p:cNvSpPr/>
          <p:nvPr/>
        </p:nvSpPr>
        <p:spPr>
          <a:xfrm>
            <a:off x="4401112" y="1568295"/>
            <a:ext cx="372275" cy="339112"/>
          </a:xfrm>
          <a:custGeom>
            <a:rect b="b" l="l" r="r" t="t"/>
            <a:pathLst>
              <a:path extrusionOk="0" h="19265" w="21149">
                <a:moveTo>
                  <a:pt x="10580" y="3417"/>
                </a:moveTo>
                <a:cubicBezTo>
                  <a:pt x="12186" y="3417"/>
                  <a:pt x="13773" y="4040"/>
                  <a:pt x="14967" y="5236"/>
                </a:cubicBezTo>
                <a:cubicBezTo>
                  <a:pt x="16933" y="7199"/>
                  <a:pt x="17352" y="10231"/>
                  <a:pt x="15997" y="12655"/>
                </a:cubicBezTo>
                <a:lnTo>
                  <a:pt x="7550" y="4209"/>
                </a:lnTo>
                <a:cubicBezTo>
                  <a:pt x="8500" y="3676"/>
                  <a:pt x="9544" y="3417"/>
                  <a:pt x="10580" y="3417"/>
                </a:cubicBezTo>
                <a:close/>
                <a:moveTo>
                  <a:pt x="5156" y="6603"/>
                </a:moveTo>
                <a:lnTo>
                  <a:pt x="13600" y="15049"/>
                </a:lnTo>
                <a:cubicBezTo>
                  <a:pt x="12650" y="15584"/>
                  <a:pt x="11607" y="15844"/>
                  <a:pt x="10570" y="15844"/>
                </a:cubicBezTo>
                <a:cubicBezTo>
                  <a:pt x="8964" y="15844"/>
                  <a:pt x="7375" y="15218"/>
                  <a:pt x="6183" y="14019"/>
                </a:cubicBezTo>
                <a:cubicBezTo>
                  <a:pt x="4210" y="12059"/>
                  <a:pt x="3789" y="9024"/>
                  <a:pt x="5156" y="6603"/>
                </a:cubicBezTo>
                <a:close/>
                <a:moveTo>
                  <a:pt x="10574" y="0"/>
                </a:moveTo>
                <a:cubicBezTo>
                  <a:pt x="8127" y="0"/>
                  <a:pt x="5681" y="948"/>
                  <a:pt x="3789" y="2842"/>
                </a:cubicBezTo>
                <a:cubicBezTo>
                  <a:pt x="1" y="6630"/>
                  <a:pt x="1" y="12628"/>
                  <a:pt x="3789" y="16413"/>
                </a:cubicBezTo>
                <a:cubicBezTo>
                  <a:pt x="5662" y="18289"/>
                  <a:pt x="8113" y="19265"/>
                  <a:pt x="10576" y="19265"/>
                </a:cubicBezTo>
                <a:cubicBezTo>
                  <a:pt x="13036" y="19265"/>
                  <a:pt x="15488" y="18289"/>
                  <a:pt x="17361" y="16413"/>
                </a:cubicBezTo>
                <a:cubicBezTo>
                  <a:pt x="21149" y="12625"/>
                  <a:pt x="21149" y="6630"/>
                  <a:pt x="17361" y="2842"/>
                </a:cubicBezTo>
                <a:cubicBezTo>
                  <a:pt x="15467" y="948"/>
                  <a:pt x="13020" y="0"/>
                  <a:pt x="1057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Resultados obtenidos</a:t>
            </a:r>
            <a:endParaRPr/>
          </a:p>
        </p:txBody>
      </p:sp>
      <p:sp>
        <p:nvSpPr>
          <p:cNvPr id="542" name="Google Shape;542;p12"/>
          <p:cNvSpPr txBox="1"/>
          <p:nvPr>
            <p:ph idx="1" type="subTitle"/>
          </p:nvPr>
        </p:nvSpPr>
        <p:spPr>
          <a:xfrm>
            <a:off x="1811950" y="1138388"/>
            <a:ext cx="1986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Lograr aplicar Scrum de manera correcta</a:t>
            </a:r>
            <a:endParaRPr/>
          </a:p>
        </p:txBody>
      </p:sp>
      <p:sp>
        <p:nvSpPr>
          <p:cNvPr id="543" name="Google Shape;543;p12"/>
          <p:cNvSpPr/>
          <p:nvPr/>
        </p:nvSpPr>
        <p:spPr>
          <a:xfrm>
            <a:off x="1051100" y="117928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5133525" y="194953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1051100" y="371413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1051100" y="286918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5133525" y="114548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48" name="Google Shape;548;p12"/>
          <p:cNvSpPr/>
          <p:nvPr/>
        </p:nvSpPr>
        <p:spPr>
          <a:xfrm>
            <a:off x="1051100" y="2024238"/>
            <a:ext cx="547500" cy="54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49" name="Google Shape;549;p12"/>
          <p:cNvGrpSpPr/>
          <p:nvPr/>
        </p:nvGrpSpPr>
        <p:grpSpPr>
          <a:xfrm>
            <a:off x="1111079" y="3774134"/>
            <a:ext cx="427546" cy="427522"/>
            <a:chOff x="3077329" y="1480816"/>
            <a:chExt cx="500463" cy="500435"/>
          </a:xfrm>
        </p:grpSpPr>
        <p:sp>
          <p:nvSpPr>
            <p:cNvPr id="550" name="Google Shape;550;p12"/>
            <p:cNvSpPr/>
            <p:nvPr/>
          </p:nvSpPr>
          <p:spPr>
            <a:xfrm>
              <a:off x="3107487" y="1480816"/>
              <a:ext cx="439955" cy="352974"/>
            </a:xfrm>
            <a:custGeom>
              <a:rect b="b" l="l" r="r" t="t"/>
              <a:pathLst>
                <a:path extrusionOk="0" h="12933" w="16120">
                  <a:moveTo>
                    <a:pt x="0" y="0"/>
                  </a:moveTo>
                  <a:lnTo>
                    <a:pt x="0" y="3225"/>
                  </a:lnTo>
                  <a:lnTo>
                    <a:pt x="1077" y="3225"/>
                  </a:lnTo>
                  <a:lnTo>
                    <a:pt x="1077" y="6447"/>
                  </a:lnTo>
                  <a:lnTo>
                    <a:pt x="4302" y="6447"/>
                  </a:lnTo>
                  <a:lnTo>
                    <a:pt x="4302" y="9136"/>
                  </a:lnTo>
                  <a:cubicBezTo>
                    <a:pt x="4302" y="11211"/>
                    <a:pt x="5989" y="12933"/>
                    <a:pt x="8060" y="12933"/>
                  </a:cubicBezTo>
                  <a:cubicBezTo>
                    <a:pt x="10138" y="12933"/>
                    <a:pt x="11818" y="11211"/>
                    <a:pt x="11818" y="9136"/>
                  </a:cubicBezTo>
                  <a:lnTo>
                    <a:pt x="11818" y="6447"/>
                  </a:lnTo>
                  <a:lnTo>
                    <a:pt x="15043" y="6447"/>
                  </a:lnTo>
                  <a:lnTo>
                    <a:pt x="15043" y="3225"/>
                  </a:lnTo>
                  <a:lnTo>
                    <a:pt x="16120" y="3225"/>
                  </a:lnTo>
                  <a:lnTo>
                    <a:pt x="16120" y="0"/>
                  </a:lnTo>
                  <a:lnTo>
                    <a:pt x="12894" y="0"/>
                  </a:lnTo>
                  <a:lnTo>
                    <a:pt x="12894" y="3225"/>
                  </a:lnTo>
                  <a:lnTo>
                    <a:pt x="13971" y="3225"/>
                  </a:lnTo>
                  <a:lnTo>
                    <a:pt x="13971" y="5371"/>
                  </a:lnTo>
                  <a:lnTo>
                    <a:pt x="11822" y="5371"/>
                  </a:lnTo>
                  <a:lnTo>
                    <a:pt x="11822" y="2149"/>
                  </a:lnTo>
                  <a:lnTo>
                    <a:pt x="10745" y="2149"/>
                  </a:lnTo>
                  <a:lnTo>
                    <a:pt x="10745" y="9129"/>
                  </a:lnTo>
                  <a:cubicBezTo>
                    <a:pt x="10745" y="10611"/>
                    <a:pt x="9542" y="11853"/>
                    <a:pt x="8060" y="11853"/>
                  </a:cubicBezTo>
                  <a:cubicBezTo>
                    <a:pt x="6578" y="11853"/>
                    <a:pt x="5375" y="10611"/>
                    <a:pt x="5375" y="9129"/>
                  </a:cubicBezTo>
                  <a:lnTo>
                    <a:pt x="5375" y="2149"/>
                  </a:lnTo>
                  <a:lnTo>
                    <a:pt x="4298" y="2149"/>
                  </a:lnTo>
                  <a:lnTo>
                    <a:pt x="4298" y="5371"/>
                  </a:lnTo>
                  <a:lnTo>
                    <a:pt x="2149" y="5371"/>
                  </a:lnTo>
                  <a:lnTo>
                    <a:pt x="2149" y="3225"/>
                  </a:lnTo>
                  <a:lnTo>
                    <a:pt x="3226" y="3225"/>
                  </a:lnTo>
                  <a:lnTo>
                    <a:pt x="32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2"/>
            <p:cNvSpPr/>
            <p:nvPr/>
          </p:nvSpPr>
          <p:spPr>
            <a:xfrm>
              <a:off x="3224790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2"/>
            <p:cNvSpPr/>
            <p:nvPr/>
          </p:nvSpPr>
          <p:spPr>
            <a:xfrm>
              <a:off x="3400635" y="1480816"/>
              <a:ext cx="29421" cy="29394"/>
            </a:xfrm>
            <a:custGeom>
              <a:rect b="b" l="l" r="r" t="t"/>
              <a:pathLst>
                <a:path extrusionOk="0" h="1077" w="1078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2"/>
            <p:cNvSpPr/>
            <p:nvPr/>
          </p:nvSpPr>
          <p:spPr>
            <a:xfrm>
              <a:off x="3283441" y="1510183"/>
              <a:ext cx="87964" cy="264874"/>
            </a:xfrm>
            <a:custGeom>
              <a:rect b="b" l="l" r="r" t="t"/>
              <a:pathLst>
                <a:path extrusionOk="0" h="9705" w="3223">
                  <a:moveTo>
                    <a:pt x="0" y="0"/>
                  </a:moveTo>
                  <a:lnTo>
                    <a:pt x="0" y="3222"/>
                  </a:lnTo>
                  <a:lnTo>
                    <a:pt x="1077" y="3222"/>
                  </a:lnTo>
                  <a:lnTo>
                    <a:pt x="1077" y="6447"/>
                  </a:lnTo>
                  <a:lnTo>
                    <a:pt x="0" y="6447"/>
                  </a:lnTo>
                  <a:lnTo>
                    <a:pt x="0" y="8060"/>
                  </a:lnTo>
                  <a:cubicBezTo>
                    <a:pt x="0" y="8946"/>
                    <a:pt x="724" y="9704"/>
                    <a:pt x="1613" y="9704"/>
                  </a:cubicBezTo>
                  <a:cubicBezTo>
                    <a:pt x="2502" y="9704"/>
                    <a:pt x="3222" y="8946"/>
                    <a:pt x="3222" y="8060"/>
                  </a:cubicBezTo>
                  <a:lnTo>
                    <a:pt x="3222" y="6447"/>
                  </a:lnTo>
                  <a:lnTo>
                    <a:pt x="2146" y="6447"/>
                  </a:lnTo>
                  <a:lnTo>
                    <a:pt x="2146" y="3226"/>
                  </a:lnTo>
                  <a:lnTo>
                    <a:pt x="3222" y="3226"/>
                  </a:lnTo>
                  <a:lnTo>
                    <a:pt x="32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2"/>
            <p:cNvSpPr/>
            <p:nvPr/>
          </p:nvSpPr>
          <p:spPr>
            <a:xfrm>
              <a:off x="3077329" y="1686028"/>
              <a:ext cx="500463" cy="295223"/>
            </a:xfrm>
            <a:custGeom>
              <a:rect b="b" l="l" r="r" t="t"/>
              <a:pathLst>
                <a:path extrusionOk="0" h="10817" w="18337">
                  <a:moveTo>
                    <a:pt x="1" y="1"/>
                  </a:moveTo>
                  <a:lnTo>
                    <a:pt x="1" y="3177"/>
                  </a:lnTo>
                  <a:lnTo>
                    <a:pt x="1875" y="3487"/>
                  </a:lnTo>
                  <a:cubicBezTo>
                    <a:pt x="2055" y="4196"/>
                    <a:pt x="2333" y="4874"/>
                    <a:pt x="2711" y="5506"/>
                  </a:cubicBezTo>
                  <a:lnTo>
                    <a:pt x="1628" y="7026"/>
                  </a:lnTo>
                  <a:lnTo>
                    <a:pt x="3787" y="9190"/>
                  </a:lnTo>
                  <a:lnTo>
                    <a:pt x="5308" y="8103"/>
                  </a:lnTo>
                  <a:cubicBezTo>
                    <a:pt x="5940" y="8484"/>
                    <a:pt x="6614" y="8759"/>
                    <a:pt x="7330" y="8943"/>
                  </a:cubicBezTo>
                  <a:lnTo>
                    <a:pt x="7641" y="10816"/>
                  </a:lnTo>
                  <a:lnTo>
                    <a:pt x="10696" y="10816"/>
                  </a:lnTo>
                  <a:lnTo>
                    <a:pt x="11003" y="8943"/>
                  </a:lnTo>
                  <a:cubicBezTo>
                    <a:pt x="11716" y="8759"/>
                    <a:pt x="12394" y="8484"/>
                    <a:pt x="13025" y="8103"/>
                  </a:cubicBezTo>
                  <a:lnTo>
                    <a:pt x="14546" y="9190"/>
                  </a:lnTo>
                  <a:lnTo>
                    <a:pt x="16709" y="7026"/>
                  </a:lnTo>
                  <a:lnTo>
                    <a:pt x="15623" y="5506"/>
                  </a:lnTo>
                  <a:cubicBezTo>
                    <a:pt x="16004" y="4874"/>
                    <a:pt x="16279" y="4200"/>
                    <a:pt x="16462" y="3487"/>
                  </a:cubicBezTo>
                  <a:lnTo>
                    <a:pt x="18336" y="3177"/>
                  </a:lnTo>
                  <a:lnTo>
                    <a:pt x="18336" y="1"/>
                  </a:lnTo>
                  <a:lnTo>
                    <a:pt x="14003" y="1"/>
                  </a:lnTo>
                  <a:lnTo>
                    <a:pt x="14003" y="1610"/>
                  </a:lnTo>
                  <a:lnTo>
                    <a:pt x="13996" y="1610"/>
                  </a:lnTo>
                  <a:cubicBezTo>
                    <a:pt x="13996" y="4281"/>
                    <a:pt x="11829" y="6479"/>
                    <a:pt x="9161" y="6479"/>
                  </a:cubicBezTo>
                  <a:cubicBezTo>
                    <a:pt x="6494" y="6479"/>
                    <a:pt x="4331" y="4285"/>
                    <a:pt x="4331" y="1610"/>
                  </a:cubicBezTo>
                  <a:lnTo>
                    <a:pt x="433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5" name="Google Shape;555;p12"/>
          <p:cNvGrpSpPr/>
          <p:nvPr/>
        </p:nvGrpSpPr>
        <p:grpSpPr>
          <a:xfrm>
            <a:off x="5193552" y="2045403"/>
            <a:ext cx="427452" cy="375690"/>
            <a:chOff x="7005538" y="1511138"/>
            <a:chExt cx="500353" cy="439764"/>
          </a:xfrm>
        </p:grpSpPr>
        <p:sp>
          <p:nvSpPr>
            <p:cNvPr id="556" name="Google Shape;556;p12"/>
            <p:cNvSpPr/>
            <p:nvPr/>
          </p:nvSpPr>
          <p:spPr>
            <a:xfrm>
              <a:off x="7005538" y="1511138"/>
              <a:ext cx="500353" cy="439764"/>
            </a:xfrm>
            <a:custGeom>
              <a:rect b="b" l="l" r="r" t="t"/>
              <a:pathLst>
                <a:path extrusionOk="0" h="16113" w="18333">
                  <a:moveTo>
                    <a:pt x="11318" y="3226"/>
                  </a:moveTo>
                  <a:cubicBezTo>
                    <a:pt x="13978" y="3226"/>
                    <a:pt x="16152" y="5392"/>
                    <a:pt x="16152" y="8060"/>
                  </a:cubicBezTo>
                  <a:cubicBezTo>
                    <a:pt x="16152" y="10724"/>
                    <a:pt x="13982" y="12895"/>
                    <a:pt x="11318" y="12895"/>
                  </a:cubicBezTo>
                  <a:cubicBezTo>
                    <a:pt x="8653" y="12895"/>
                    <a:pt x="6480" y="10724"/>
                    <a:pt x="6480" y="8060"/>
                  </a:cubicBezTo>
                  <a:cubicBezTo>
                    <a:pt x="6480" y="5392"/>
                    <a:pt x="8653" y="3226"/>
                    <a:pt x="11318" y="3226"/>
                  </a:cubicBezTo>
                  <a:close/>
                  <a:moveTo>
                    <a:pt x="1" y="1"/>
                  </a:moveTo>
                  <a:lnTo>
                    <a:pt x="1" y="3226"/>
                  </a:lnTo>
                  <a:lnTo>
                    <a:pt x="1077" y="3226"/>
                  </a:lnTo>
                  <a:lnTo>
                    <a:pt x="1077" y="5371"/>
                  </a:lnTo>
                  <a:lnTo>
                    <a:pt x="4302" y="5371"/>
                  </a:lnTo>
                  <a:lnTo>
                    <a:pt x="4302" y="7520"/>
                  </a:lnTo>
                  <a:lnTo>
                    <a:pt x="3226" y="7520"/>
                  </a:lnTo>
                  <a:lnTo>
                    <a:pt x="3226" y="6444"/>
                  </a:lnTo>
                  <a:lnTo>
                    <a:pt x="1" y="6444"/>
                  </a:lnTo>
                  <a:lnTo>
                    <a:pt x="1" y="9669"/>
                  </a:lnTo>
                  <a:lnTo>
                    <a:pt x="3226" y="9669"/>
                  </a:lnTo>
                  <a:lnTo>
                    <a:pt x="3226" y="8593"/>
                  </a:lnTo>
                  <a:lnTo>
                    <a:pt x="4302" y="8593"/>
                  </a:lnTo>
                  <a:lnTo>
                    <a:pt x="4302" y="10742"/>
                  </a:lnTo>
                  <a:lnTo>
                    <a:pt x="1077" y="10742"/>
                  </a:lnTo>
                  <a:lnTo>
                    <a:pt x="1077" y="12887"/>
                  </a:lnTo>
                  <a:lnTo>
                    <a:pt x="1" y="12887"/>
                  </a:lnTo>
                  <a:lnTo>
                    <a:pt x="1" y="16113"/>
                  </a:lnTo>
                  <a:lnTo>
                    <a:pt x="3226" y="16113"/>
                  </a:lnTo>
                  <a:lnTo>
                    <a:pt x="3226" y="12887"/>
                  </a:lnTo>
                  <a:lnTo>
                    <a:pt x="2150" y="12887"/>
                  </a:lnTo>
                  <a:lnTo>
                    <a:pt x="2150" y="11811"/>
                  </a:lnTo>
                  <a:lnTo>
                    <a:pt x="4299" y="11811"/>
                  </a:lnTo>
                  <a:lnTo>
                    <a:pt x="4299" y="15036"/>
                  </a:lnTo>
                  <a:lnTo>
                    <a:pt x="18333" y="15036"/>
                  </a:lnTo>
                  <a:lnTo>
                    <a:pt x="18333" y="1073"/>
                  </a:lnTo>
                  <a:lnTo>
                    <a:pt x="4299" y="1073"/>
                  </a:lnTo>
                  <a:lnTo>
                    <a:pt x="4299" y="4295"/>
                  </a:lnTo>
                  <a:lnTo>
                    <a:pt x="2150" y="4295"/>
                  </a:lnTo>
                  <a:lnTo>
                    <a:pt x="2150" y="3226"/>
                  </a:lnTo>
                  <a:lnTo>
                    <a:pt x="3226" y="3226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2"/>
            <p:cNvSpPr/>
            <p:nvPr/>
          </p:nvSpPr>
          <p:spPr>
            <a:xfrm>
              <a:off x="7211842" y="1628550"/>
              <a:ext cx="205158" cy="205158"/>
            </a:xfrm>
            <a:custGeom>
              <a:rect b="b" l="l" r="r" t="t"/>
              <a:pathLst>
                <a:path extrusionOk="0" h="7517" w="7517">
                  <a:moveTo>
                    <a:pt x="4295" y="1069"/>
                  </a:moveTo>
                  <a:lnTo>
                    <a:pt x="4295" y="4295"/>
                  </a:lnTo>
                  <a:lnTo>
                    <a:pt x="3219" y="4295"/>
                  </a:lnTo>
                  <a:lnTo>
                    <a:pt x="3219" y="1069"/>
                  </a:lnTo>
                  <a:close/>
                  <a:moveTo>
                    <a:pt x="5773" y="1980"/>
                  </a:moveTo>
                  <a:cubicBezTo>
                    <a:pt x="6204" y="2470"/>
                    <a:pt x="6444" y="3098"/>
                    <a:pt x="6444" y="3751"/>
                  </a:cubicBezTo>
                  <a:cubicBezTo>
                    <a:pt x="6444" y="5233"/>
                    <a:pt x="5237" y="6437"/>
                    <a:pt x="3759" y="6437"/>
                  </a:cubicBezTo>
                  <a:cubicBezTo>
                    <a:pt x="2273" y="6437"/>
                    <a:pt x="1070" y="5233"/>
                    <a:pt x="1070" y="3751"/>
                  </a:cubicBezTo>
                  <a:cubicBezTo>
                    <a:pt x="1070" y="3098"/>
                    <a:pt x="1310" y="2470"/>
                    <a:pt x="1740" y="1980"/>
                  </a:cubicBezTo>
                  <a:lnTo>
                    <a:pt x="2548" y="2689"/>
                  </a:lnTo>
                  <a:cubicBezTo>
                    <a:pt x="2287" y="2985"/>
                    <a:pt x="2146" y="3359"/>
                    <a:pt x="2146" y="3751"/>
                  </a:cubicBezTo>
                  <a:cubicBezTo>
                    <a:pt x="2146" y="4640"/>
                    <a:pt x="2869" y="5364"/>
                    <a:pt x="3759" y="5364"/>
                  </a:cubicBezTo>
                  <a:cubicBezTo>
                    <a:pt x="4644" y="5364"/>
                    <a:pt x="5368" y="4640"/>
                    <a:pt x="5368" y="3751"/>
                  </a:cubicBezTo>
                  <a:cubicBezTo>
                    <a:pt x="5368" y="3359"/>
                    <a:pt x="5227" y="2982"/>
                    <a:pt x="4965" y="2689"/>
                  </a:cubicBezTo>
                  <a:lnTo>
                    <a:pt x="5773" y="1980"/>
                  </a:lnTo>
                  <a:close/>
                  <a:moveTo>
                    <a:pt x="3759" y="0"/>
                  </a:moveTo>
                  <a:cubicBezTo>
                    <a:pt x="1684" y="0"/>
                    <a:pt x="0" y="1683"/>
                    <a:pt x="0" y="3758"/>
                  </a:cubicBezTo>
                  <a:cubicBezTo>
                    <a:pt x="0" y="5830"/>
                    <a:pt x="1684" y="7516"/>
                    <a:pt x="3759" y="7516"/>
                  </a:cubicBezTo>
                  <a:cubicBezTo>
                    <a:pt x="5830" y="7516"/>
                    <a:pt x="7517" y="5830"/>
                    <a:pt x="7517" y="3758"/>
                  </a:cubicBezTo>
                  <a:cubicBezTo>
                    <a:pt x="7517" y="1683"/>
                    <a:pt x="5830" y="0"/>
                    <a:pt x="37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12"/>
          <p:cNvGrpSpPr/>
          <p:nvPr/>
        </p:nvGrpSpPr>
        <p:grpSpPr>
          <a:xfrm>
            <a:off x="1111132" y="1249227"/>
            <a:ext cx="427452" cy="427522"/>
            <a:chOff x="7791235" y="1480816"/>
            <a:chExt cx="500353" cy="500435"/>
          </a:xfrm>
        </p:grpSpPr>
        <p:sp>
          <p:nvSpPr>
            <p:cNvPr id="559" name="Google Shape;559;p12"/>
            <p:cNvSpPr/>
            <p:nvPr/>
          </p:nvSpPr>
          <p:spPr>
            <a:xfrm>
              <a:off x="8203515" y="1598010"/>
              <a:ext cx="88073" cy="89028"/>
            </a:xfrm>
            <a:custGeom>
              <a:rect b="b" l="l" r="r" t="t"/>
              <a:pathLst>
                <a:path extrusionOk="0" h="3262" w="3227">
                  <a:moveTo>
                    <a:pt x="1" y="1"/>
                  </a:moveTo>
                  <a:lnTo>
                    <a:pt x="1" y="1077"/>
                  </a:lnTo>
                  <a:lnTo>
                    <a:pt x="2150" y="1077"/>
                  </a:lnTo>
                  <a:lnTo>
                    <a:pt x="2150" y="3261"/>
                  </a:lnTo>
                  <a:lnTo>
                    <a:pt x="3226" y="3261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2"/>
            <p:cNvSpPr/>
            <p:nvPr/>
          </p:nvSpPr>
          <p:spPr>
            <a:xfrm>
              <a:off x="8203515" y="1892223"/>
              <a:ext cx="88073" cy="89028"/>
            </a:xfrm>
            <a:custGeom>
              <a:rect b="b" l="l" r="r" t="t"/>
              <a:pathLst>
                <a:path extrusionOk="0" h="3262" w="3227">
                  <a:moveTo>
                    <a:pt x="2150" y="1"/>
                  </a:moveTo>
                  <a:lnTo>
                    <a:pt x="2150" y="2185"/>
                  </a:lnTo>
                  <a:lnTo>
                    <a:pt x="1" y="2185"/>
                  </a:lnTo>
                  <a:lnTo>
                    <a:pt x="1" y="3261"/>
                  </a:lnTo>
                  <a:lnTo>
                    <a:pt x="3226" y="3261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2"/>
            <p:cNvSpPr/>
            <p:nvPr/>
          </p:nvSpPr>
          <p:spPr>
            <a:xfrm>
              <a:off x="7791235" y="1598010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0" y="1"/>
                  </a:moveTo>
                  <a:lnTo>
                    <a:pt x="0" y="3261"/>
                  </a:lnTo>
                  <a:lnTo>
                    <a:pt x="1077" y="3261"/>
                  </a:lnTo>
                  <a:lnTo>
                    <a:pt x="1077" y="1077"/>
                  </a:lnTo>
                  <a:lnTo>
                    <a:pt x="3226" y="1077"/>
                  </a:ln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2"/>
            <p:cNvSpPr/>
            <p:nvPr/>
          </p:nvSpPr>
          <p:spPr>
            <a:xfrm>
              <a:off x="7791235" y="1892223"/>
              <a:ext cx="88046" cy="89028"/>
            </a:xfrm>
            <a:custGeom>
              <a:rect b="b" l="l" r="r" t="t"/>
              <a:pathLst>
                <a:path extrusionOk="0" h="3262" w="3226">
                  <a:moveTo>
                    <a:pt x="0" y="1"/>
                  </a:moveTo>
                  <a:lnTo>
                    <a:pt x="0" y="3261"/>
                  </a:lnTo>
                  <a:lnTo>
                    <a:pt x="3226" y="3261"/>
                  </a:lnTo>
                  <a:lnTo>
                    <a:pt x="3226" y="2185"/>
                  </a:lnTo>
                  <a:lnTo>
                    <a:pt x="1077" y="2185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2"/>
            <p:cNvSpPr/>
            <p:nvPr/>
          </p:nvSpPr>
          <p:spPr>
            <a:xfrm>
              <a:off x="7791316" y="1539550"/>
              <a:ext cx="309770" cy="224535"/>
            </a:xfrm>
            <a:custGeom>
              <a:rect b="b" l="l" r="r" t="t"/>
              <a:pathLst>
                <a:path extrusionOk="0" h="8227" w="11350">
                  <a:moveTo>
                    <a:pt x="1" y="1"/>
                  </a:moveTo>
                  <a:lnTo>
                    <a:pt x="1" y="1077"/>
                  </a:lnTo>
                  <a:lnTo>
                    <a:pt x="4553" y="1077"/>
                  </a:lnTo>
                  <a:lnTo>
                    <a:pt x="6758" y="4348"/>
                  </a:lnTo>
                  <a:cubicBezTo>
                    <a:pt x="4645" y="4447"/>
                    <a:pt x="2827" y="5894"/>
                    <a:pt x="2298" y="7958"/>
                  </a:cubicBezTo>
                  <a:lnTo>
                    <a:pt x="3339" y="8226"/>
                  </a:lnTo>
                  <a:cubicBezTo>
                    <a:pt x="3770" y="6568"/>
                    <a:pt x="5262" y="5407"/>
                    <a:pt x="6984" y="5407"/>
                  </a:cubicBezTo>
                  <a:lnTo>
                    <a:pt x="11349" y="5407"/>
                  </a:lnTo>
                  <a:lnTo>
                    <a:pt x="11349" y="4330"/>
                  </a:lnTo>
                  <a:lnTo>
                    <a:pt x="8046" y="4330"/>
                  </a:lnTo>
                  <a:lnTo>
                    <a:pt x="51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2"/>
            <p:cNvSpPr/>
            <p:nvPr/>
          </p:nvSpPr>
          <p:spPr>
            <a:xfrm>
              <a:off x="7791235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2"/>
            <p:cNvSpPr/>
            <p:nvPr/>
          </p:nvSpPr>
          <p:spPr>
            <a:xfrm>
              <a:off x="7849886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2"/>
            <p:cNvSpPr/>
            <p:nvPr/>
          </p:nvSpPr>
          <p:spPr>
            <a:xfrm>
              <a:off x="7908429" y="1480816"/>
              <a:ext cx="29421" cy="29394"/>
            </a:xfrm>
            <a:custGeom>
              <a:rect b="b" l="l" r="r" t="t"/>
              <a:pathLst>
                <a:path extrusionOk="0" h="1077" w="1078">
                  <a:moveTo>
                    <a:pt x="1" y="0"/>
                  </a:moveTo>
                  <a:lnTo>
                    <a:pt x="1" y="1076"/>
                  </a:lnTo>
                  <a:lnTo>
                    <a:pt x="1077" y="1076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2"/>
            <p:cNvSpPr/>
            <p:nvPr/>
          </p:nvSpPr>
          <p:spPr>
            <a:xfrm>
              <a:off x="8174257" y="1480816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2"/>
            <p:cNvSpPr/>
            <p:nvPr/>
          </p:nvSpPr>
          <p:spPr>
            <a:xfrm>
              <a:off x="8174257" y="1539468"/>
              <a:ext cx="29394" cy="29394"/>
            </a:xfrm>
            <a:custGeom>
              <a:rect b="b" l="l" r="r" t="t"/>
              <a:pathLst>
                <a:path extrusionOk="0" h="1077" w="1077">
                  <a:moveTo>
                    <a:pt x="0" y="0"/>
                  </a:moveTo>
                  <a:lnTo>
                    <a:pt x="0" y="1076"/>
                  </a:lnTo>
                  <a:lnTo>
                    <a:pt x="1076" y="1076"/>
                  </a:lnTo>
                  <a:lnTo>
                    <a:pt x="10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2"/>
            <p:cNvSpPr/>
            <p:nvPr/>
          </p:nvSpPr>
          <p:spPr>
            <a:xfrm>
              <a:off x="8232909" y="1480816"/>
              <a:ext cx="58679" cy="29394"/>
            </a:xfrm>
            <a:custGeom>
              <a:rect b="b" l="l" r="r" t="t"/>
              <a:pathLst>
                <a:path extrusionOk="0" h="1077" w="2150">
                  <a:moveTo>
                    <a:pt x="0" y="0"/>
                  </a:moveTo>
                  <a:lnTo>
                    <a:pt x="0" y="1076"/>
                  </a:lnTo>
                  <a:lnTo>
                    <a:pt x="2149" y="107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2"/>
            <p:cNvSpPr/>
            <p:nvPr/>
          </p:nvSpPr>
          <p:spPr>
            <a:xfrm>
              <a:off x="8232909" y="1539468"/>
              <a:ext cx="58679" cy="29394"/>
            </a:xfrm>
            <a:custGeom>
              <a:rect b="b" l="l" r="r" t="t"/>
              <a:pathLst>
                <a:path extrusionOk="0" h="1077" w="2150">
                  <a:moveTo>
                    <a:pt x="0" y="0"/>
                  </a:moveTo>
                  <a:lnTo>
                    <a:pt x="0" y="1076"/>
                  </a:lnTo>
                  <a:lnTo>
                    <a:pt x="2149" y="1076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2"/>
            <p:cNvSpPr/>
            <p:nvPr/>
          </p:nvSpPr>
          <p:spPr>
            <a:xfrm>
              <a:off x="8101059" y="1661956"/>
              <a:ext cx="131959" cy="259661"/>
            </a:xfrm>
            <a:custGeom>
              <a:rect b="b" l="l" r="r" t="t"/>
              <a:pathLst>
                <a:path extrusionOk="0" h="9514" w="4835">
                  <a:moveTo>
                    <a:pt x="1211" y="1"/>
                  </a:moveTo>
                  <a:lnTo>
                    <a:pt x="942" y="1038"/>
                  </a:lnTo>
                  <a:cubicBezTo>
                    <a:pt x="2601" y="1465"/>
                    <a:pt x="3758" y="2961"/>
                    <a:pt x="3758" y="4680"/>
                  </a:cubicBezTo>
                  <a:cubicBezTo>
                    <a:pt x="3758" y="6755"/>
                    <a:pt x="2075" y="8438"/>
                    <a:pt x="0" y="8438"/>
                  </a:cubicBezTo>
                  <a:lnTo>
                    <a:pt x="0" y="9514"/>
                  </a:lnTo>
                  <a:cubicBezTo>
                    <a:pt x="2664" y="9514"/>
                    <a:pt x="4835" y="7344"/>
                    <a:pt x="4835" y="4680"/>
                  </a:cubicBezTo>
                  <a:cubicBezTo>
                    <a:pt x="4835" y="2474"/>
                    <a:pt x="3346" y="548"/>
                    <a:pt x="12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2"/>
            <p:cNvSpPr/>
            <p:nvPr/>
          </p:nvSpPr>
          <p:spPr>
            <a:xfrm>
              <a:off x="7849886" y="1789658"/>
              <a:ext cx="221833" cy="131959"/>
            </a:xfrm>
            <a:custGeom>
              <a:rect b="b" l="l" r="r" t="t"/>
              <a:pathLst>
                <a:path extrusionOk="0" h="4835" w="8128">
                  <a:moveTo>
                    <a:pt x="0" y="1"/>
                  </a:moveTo>
                  <a:cubicBezTo>
                    <a:pt x="0" y="2665"/>
                    <a:pt x="2171" y="4835"/>
                    <a:pt x="4835" y="4835"/>
                  </a:cubicBezTo>
                  <a:lnTo>
                    <a:pt x="8127" y="4835"/>
                  </a:lnTo>
                  <a:lnTo>
                    <a:pt x="8127" y="3759"/>
                  </a:lnTo>
                  <a:lnTo>
                    <a:pt x="4835" y="3759"/>
                  </a:lnTo>
                  <a:cubicBezTo>
                    <a:pt x="2760" y="3759"/>
                    <a:pt x="1077" y="2076"/>
                    <a:pt x="10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2"/>
            <p:cNvSpPr/>
            <p:nvPr/>
          </p:nvSpPr>
          <p:spPr>
            <a:xfrm>
              <a:off x="7908429" y="1716378"/>
              <a:ext cx="265856" cy="146697"/>
            </a:xfrm>
            <a:custGeom>
              <a:rect b="b" l="l" r="r" t="t"/>
              <a:pathLst>
                <a:path extrusionOk="0" h="5375" w="9741">
                  <a:moveTo>
                    <a:pt x="2690" y="0"/>
                  </a:moveTo>
                  <a:cubicBezTo>
                    <a:pt x="1208" y="0"/>
                    <a:pt x="1" y="1204"/>
                    <a:pt x="1" y="2686"/>
                  </a:cubicBezTo>
                  <a:cubicBezTo>
                    <a:pt x="1" y="4168"/>
                    <a:pt x="1208" y="5375"/>
                    <a:pt x="2690" y="5375"/>
                  </a:cubicBezTo>
                  <a:lnTo>
                    <a:pt x="2690" y="4298"/>
                  </a:lnTo>
                  <a:cubicBezTo>
                    <a:pt x="1800" y="4298"/>
                    <a:pt x="1077" y="3575"/>
                    <a:pt x="1077" y="2686"/>
                  </a:cubicBezTo>
                  <a:cubicBezTo>
                    <a:pt x="1077" y="1800"/>
                    <a:pt x="1800" y="1077"/>
                    <a:pt x="2690" y="1077"/>
                  </a:cubicBezTo>
                  <a:lnTo>
                    <a:pt x="7055" y="1077"/>
                  </a:lnTo>
                  <a:cubicBezTo>
                    <a:pt x="7940" y="1077"/>
                    <a:pt x="8664" y="1800"/>
                    <a:pt x="8664" y="2686"/>
                  </a:cubicBezTo>
                  <a:cubicBezTo>
                    <a:pt x="8664" y="3571"/>
                    <a:pt x="7940" y="4298"/>
                    <a:pt x="7055" y="4298"/>
                  </a:cubicBezTo>
                  <a:lnTo>
                    <a:pt x="3759" y="4298"/>
                  </a:lnTo>
                  <a:lnTo>
                    <a:pt x="3759" y="5375"/>
                  </a:lnTo>
                  <a:lnTo>
                    <a:pt x="7055" y="5375"/>
                  </a:lnTo>
                  <a:cubicBezTo>
                    <a:pt x="8537" y="5375"/>
                    <a:pt x="9740" y="4168"/>
                    <a:pt x="9740" y="2686"/>
                  </a:cubicBezTo>
                  <a:cubicBezTo>
                    <a:pt x="9740" y="1204"/>
                    <a:pt x="8537" y="0"/>
                    <a:pt x="70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2"/>
            <p:cNvSpPr/>
            <p:nvPr/>
          </p:nvSpPr>
          <p:spPr>
            <a:xfrm>
              <a:off x="7981736" y="1775029"/>
              <a:ext cx="119241" cy="29394"/>
            </a:xfrm>
            <a:custGeom>
              <a:rect b="b" l="l" r="r" t="t"/>
              <a:pathLst>
                <a:path extrusionOk="0" h="1077" w="4369">
                  <a:moveTo>
                    <a:pt x="0" y="0"/>
                  </a:moveTo>
                  <a:lnTo>
                    <a:pt x="0" y="1077"/>
                  </a:lnTo>
                  <a:lnTo>
                    <a:pt x="4369" y="1077"/>
                  </a:lnTo>
                  <a:lnTo>
                    <a:pt x="43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5" name="Google Shape;575;p12"/>
          <p:cNvGrpSpPr/>
          <p:nvPr/>
        </p:nvGrpSpPr>
        <p:grpSpPr>
          <a:xfrm>
            <a:off x="5294559" y="1215462"/>
            <a:ext cx="225442" cy="427429"/>
            <a:chOff x="7175925" y="2099592"/>
            <a:chExt cx="263891" cy="500326"/>
          </a:xfrm>
        </p:grpSpPr>
        <p:sp>
          <p:nvSpPr>
            <p:cNvPr id="576" name="Google Shape;576;p12"/>
            <p:cNvSpPr/>
            <p:nvPr/>
          </p:nvSpPr>
          <p:spPr>
            <a:xfrm>
              <a:off x="7175925" y="2158243"/>
              <a:ext cx="263891" cy="59525"/>
            </a:xfrm>
            <a:custGeom>
              <a:rect b="b" l="l" r="r" t="t"/>
              <a:pathLst>
                <a:path extrusionOk="0" h="2181" w="9669">
                  <a:moveTo>
                    <a:pt x="0" y="0"/>
                  </a:moveTo>
                  <a:lnTo>
                    <a:pt x="0" y="2181"/>
                  </a:lnTo>
                  <a:lnTo>
                    <a:pt x="9669" y="2181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2"/>
            <p:cNvSpPr/>
            <p:nvPr/>
          </p:nvSpPr>
          <p:spPr>
            <a:xfrm>
              <a:off x="7175925" y="2540284"/>
              <a:ext cx="263891" cy="59634"/>
            </a:xfrm>
            <a:custGeom>
              <a:rect b="b" l="l" r="r" t="t"/>
              <a:pathLst>
                <a:path extrusionOk="0" h="2185" w="9669">
                  <a:moveTo>
                    <a:pt x="0" y="0"/>
                  </a:moveTo>
                  <a:lnTo>
                    <a:pt x="0" y="2185"/>
                  </a:lnTo>
                  <a:lnTo>
                    <a:pt x="9669" y="2185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2"/>
            <p:cNvSpPr/>
            <p:nvPr/>
          </p:nvSpPr>
          <p:spPr>
            <a:xfrm>
              <a:off x="7175925" y="2247135"/>
              <a:ext cx="263891" cy="263809"/>
            </a:xfrm>
            <a:custGeom>
              <a:rect b="b" l="l" r="r" t="t"/>
              <a:pathLst>
                <a:path extrusionOk="0" h="9666" w="9669">
                  <a:moveTo>
                    <a:pt x="7520" y="1073"/>
                  </a:moveTo>
                  <a:lnTo>
                    <a:pt x="7520" y="2149"/>
                  </a:lnTo>
                  <a:lnTo>
                    <a:pt x="2149" y="2149"/>
                  </a:lnTo>
                  <a:lnTo>
                    <a:pt x="2149" y="1073"/>
                  </a:lnTo>
                  <a:close/>
                  <a:moveTo>
                    <a:pt x="7520" y="3222"/>
                  </a:moveTo>
                  <a:lnTo>
                    <a:pt x="7520" y="4298"/>
                  </a:lnTo>
                  <a:lnTo>
                    <a:pt x="2149" y="4298"/>
                  </a:lnTo>
                  <a:lnTo>
                    <a:pt x="2149" y="3222"/>
                  </a:lnTo>
                  <a:close/>
                  <a:moveTo>
                    <a:pt x="7520" y="5371"/>
                  </a:moveTo>
                  <a:lnTo>
                    <a:pt x="7520" y="6447"/>
                  </a:lnTo>
                  <a:lnTo>
                    <a:pt x="2149" y="6447"/>
                  </a:lnTo>
                  <a:lnTo>
                    <a:pt x="2149" y="5371"/>
                  </a:lnTo>
                  <a:close/>
                  <a:moveTo>
                    <a:pt x="7520" y="7516"/>
                  </a:moveTo>
                  <a:lnTo>
                    <a:pt x="7520" y="8592"/>
                  </a:lnTo>
                  <a:lnTo>
                    <a:pt x="2149" y="8592"/>
                  </a:lnTo>
                  <a:lnTo>
                    <a:pt x="2149" y="7516"/>
                  </a:lnTo>
                  <a:close/>
                  <a:moveTo>
                    <a:pt x="0" y="0"/>
                  </a:moveTo>
                  <a:lnTo>
                    <a:pt x="0" y="9665"/>
                  </a:lnTo>
                  <a:lnTo>
                    <a:pt x="9669" y="9665"/>
                  </a:lnTo>
                  <a:lnTo>
                    <a:pt x="966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2"/>
            <p:cNvSpPr/>
            <p:nvPr/>
          </p:nvSpPr>
          <p:spPr>
            <a:xfrm>
              <a:off x="7234577" y="2099592"/>
              <a:ext cx="146588" cy="29394"/>
            </a:xfrm>
            <a:custGeom>
              <a:rect b="b" l="l" r="r" t="t"/>
              <a:pathLst>
                <a:path extrusionOk="0" h="1077" w="5371">
                  <a:moveTo>
                    <a:pt x="0" y="0"/>
                  </a:moveTo>
                  <a:lnTo>
                    <a:pt x="0" y="1076"/>
                  </a:lnTo>
                  <a:lnTo>
                    <a:pt x="5371" y="1076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12"/>
          <p:cNvGrpSpPr/>
          <p:nvPr/>
        </p:nvGrpSpPr>
        <p:grpSpPr>
          <a:xfrm>
            <a:off x="1124413" y="2939134"/>
            <a:ext cx="400872" cy="427545"/>
            <a:chOff x="3136662" y="3324506"/>
            <a:chExt cx="469240" cy="500462"/>
          </a:xfrm>
        </p:grpSpPr>
        <p:sp>
          <p:nvSpPr>
            <p:cNvPr id="581" name="Google Shape;581;p12"/>
            <p:cNvSpPr/>
            <p:nvPr/>
          </p:nvSpPr>
          <p:spPr>
            <a:xfrm>
              <a:off x="3166138" y="3324506"/>
              <a:ext cx="293285" cy="117249"/>
            </a:xfrm>
            <a:custGeom>
              <a:rect b="b" l="l" r="r" t="t"/>
              <a:pathLst>
                <a:path extrusionOk="0" h="4296" w="10746">
                  <a:moveTo>
                    <a:pt x="0" y="1"/>
                  </a:moveTo>
                  <a:lnTo>
                    <a:pt x="0" y="1610"/>
                  </a:lnTo>
                  <a:cubicBezTo>
                    <a:pt x="0" y="3092"/>
                    <a:pt x="1204" y="4295"/>
                    <a:pt x="2686" y="4295"/>
                  </a:cubicBezTo>
                  <a:lnTo>
                    <a:pt x="10745" y="4295"/>
                  </a:lnTo>
                  <a:lnTo>
                    <a:pt x="10745" y="2686"/>
                  </a:lnTo>
                  <a:cubicBezTo>
                    <a:pt x="10745" y="1800"/>
                    <a:pt x="10022" y="1077"/>
                    <a:pt x="9136" y="1077"/>
                  </a:cubicBezTo>
                  <a:lnTo>
                    <a:pt x="3762" y="1077"/>
                  </a:lnTo>
                  <a:cubicBezTo>
                    <a:pt x="3466" y="1077"/>
                    <a:pt x="3226" y="834"/>
                    <a:pt x="3226" y="537"/>
                  </a:cubicBezTo>
                  <a:lnTo>
                    <a:pt x="32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2"/>
            <p:cNvSpPr/>
            <p:nvPr/>
          </p:nvSpPr>
          <p:spPr>
            <a:xfrm>
              <a:off x="3166138" y="3529746"/>
              <a:ext cx="322570" cy="58679"/>
            </a:xfrm>
            <a:custGeom>
              <a:rect b="b" l="l" r="r" t="t"/>
              <a:pathLst>
                <a:path extrusionOk="0" h="2150" w="11819">
                  <a:moveTo>
                    <a:pt x="0" y="1"/>
                  </a:moveTo>
                  <a:lnTo>
                    <a:pt x="0" y="2150"/>
                  </a:lnTo>
                  <a:lnTo>
                    <a:pt x="4298" y="2150"/>
                  </a:lnTo>
                  <a:lnTo>
                    <a:pt x="4298" y="1073"/>
                  </a:lnTo>
                  <a:lnTo>
                    <a:pt x="7520" y="1073"/>
                  </a:lnTo>
                  <a:lnTo>
                    <a:pt x="7520" y="2150"/>
                  </a:lnTo>
                  <a:lnTo>
                    <a:pt x="11818" y="2150"/>
                  </a:lnTo>
                  <a:lnTo>
                    <a:pt x="1181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2"/>
            <p:cNvSpPr/>
            <p:nvPr/>
          </p:nvSpPr>
          <p:spPr>
            <a:xfrm>
              <a:off x="3552436" y="3474069"/>
              <a:ext cx="53466" cy="169841"/>
            </a:xfrm>
            <a:custGeom>
              <a:rect b="b" l="l" r="r" t="t"/>
              <a:pathLst>
                <a:path extrusionOk="0" h="6223" w="1959">
                  <a:moveTo>
                    <a:pt x="822" y="1"/>
                  </a:moveTo>
                  <a:lnTo>
                    <a:pt x="0" y="696"/>
                  </a:lnTo>
                  <a:cubicBezTo>
                    <a:pt x="572" y="1370"/>
                    <a:pt x="882" y="2231"/>
                    <a:pt x="882" y="3113"/>
                  </a:cubicBezTo>
                  <a:cubicBezTo>
                    <a:pt x="882" y="3995"/>
                    <a:pt x="572" y="4853"/>
                    <a:pt x="0" y="5530"/>
                  </a:cubicBezTo>
                  <a:lnTo>
                    <a:pt x="822" y="6222"/>
                  </a:lnTo>
                  <a:cubicBezTo>
                    <a:pt x="1553" y="5354"/>
                    <a:pt x="1959" y="4246"/>
                    <a:pt x="1959" y="3113"/>
                  </a:cubicBezTo>
                  <a:cubicBezTo>
                    <a:pt x="1959" y="1977"/>
                    <a:pt x="1553" y="873"/>
                    <a:pt x="8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2"/>
            <p:cNvSpPr/>
            <p:nvPr/>
          </p:nvSpPr>
          <p:spPr>
            <a:xfrm>
              <a:off x="3512753" y="3524151"/>
              <a:ext cx="34607" cy="69678"/>
            </a:xfrm>
            <a:custGeom>
              <a:rect b="b" l="l" r="r" t="t"/>
              <a:pathLst>
                <a:path extrusionOk="0" h="2553" w="1268">
                  <a:moveTo>
                    <a:pt x="942" y="1"/>
                  </a:moveTo>
                  <a:lnTo>
                    <a:pt x="0" y="513"/>
                  </a:lnTo>
                  <a:cubicBezTo>
                    <a:pt x="127" y="752"/>
                    <a:pt x="194" y="1007"/>
                    <a:pt x="194" y="1278"/>
                  </a:cubicBezTo>
                  <a:cubicBezTo>
                    <a:pt x="194" y="1546"/>
                    <a:pt x="127" y="1808"/>
                    <a:pt x="0" y="2040"/>
                  </a:cubicBezTo>
                  <a:lnTo>
                    <a:pt x="942" y="2552"/>
                  </a:lnTo>
                  <a:cubicBezTo>
                    <a:pt x="1154" y="2164"/>
                    <a:pt x="1267" y="1723"/>
                    <a:pt x="1267" y="1275"/>
                  </a:cubicBezTo>
                  <a:cubicBezTo>
                    <a:pt x="1267" y="830"/>
                    <a:pt x="1154" y="389"/>
                    <a:pt x="9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2"/>
            <p:cNvSpPr/>
            <p:nvPr/>
          </p:nvSpPr>
          <p:spPr>
            <a:xfrm>
              <a:off x="3136662" y="3707638"/>
              <a:ext cx="381413" cy="117330"/>
            </a:xfrm>
            <a:custGeom>
              <a:rect b="b" l="l" r="r" t="t"/>
              <a:pathLst>
                <a:path extrusionOk="0" h="4299" w="13975">
                  <a:moveTo>
                    <a:pt x="2686" y="0"/>
                  </a:moveTo>
                  <a:cubicBezTo>
                    <a:pt x="1204" y="0"/>
                    <a:pt x="1" y="1207"/>
                    <a:pt x="1" y="2689"/>
                  </a:cubicBezTo>
                  <a:lnTo>
                    <a:pt x="1" y="4298"/>
                  </a:lnTo>
                  <a:lnTo>
                    <a:pt x="13974" y="4298"/>
                  </a:lnTo>
                  <a:lnTo>
                    <a:pt x="13974" y="2689"/>
                  </a:lnTo>
                  <a:cubicBezTo>
                    <a:pt x="13974" y="1207"/>
                    <a:pt x="12771" y="0"/>
                    <a:pt x="11289" y="0"/>
                  </a:cubicBezTo>
                  <a:lnTo>
                    <a:pt x="10357" y="0"/>
                  </a:lnTo>
                  <a:cubicBezTo>
                    <a:pt x="10142" y="152"/>
                    <a:pt x="9916" y="293"/>
                    <a:pt x="9673" y="416"/>
                  </a:cubicBezTo>
                  <a:lnTo>
                    <a:pt x="9673" y="540"/>
                  </a:lnTo>
                  <a:cubicBezTo>
                    <a:pt x="9673" y="2022"/>
                    <a:pt x="8469" y="3225"/>
                    <a:pt x="6987" y="3225"/>
                  </a:cubicBezTo>
                  <a:cubicBezTo>
                    <a:pt x="5505" y="3225"/>
                    <a:pt x="4302" y="2022"/>
                    <a:pt x="4302" y="540"/>
                  </a:cubicBezTo>
                  <a:lnTo>
                    <a:pt x="4302" y="416"/>
                  </a:lnTo>
                  <a:cubicBezTo>
                    <a:pt x="4062" y="293"/>
                    <a:pt x="3836" y="152"/>
                    <a:pt x="36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2"/>
            <p:cNvSpPr/>
            <p:nvPr/>
          </p:nvSpPr>
          <p:spPr>
            <a:xfrm>
              <a:off x="3203120" y="3588398"/>
              <a:ext cx="248498" cy="177920"/>
            </a:xfrm>
            <a:custGeom>
              <a:rect b="b" l="l" r="r" t="t"/>
              <a:pathLst>
                <a:path extrusionOk="0" h="6519" w="9105">
                  <a:moveTo>
                    <a:pt x="4013" y="1"/>
                  </a:moveTo>
                  <a:lnTo>
                    <a:pt x="4013" y="1077"/>
                  </a:lnTo>
                  <a:lnTo>
                    <a:pt x="0" y="1077"/>
                  </a:lnTo>
                  <a:cubicBezTo>
                    <a:pt x="484" y="2439"/>
                    <a:pt x="1560" y="3593"/>
                    <a:pt x="2936" y="4080"/>
                  </a:cubicBezTo>
                  <a:lnTo>
                    <a:pt x="2936" y="4909"/>
                  </a:lnTo>
                  <a:cubicBezTo>
                    <a:pt x="2943" y="5795"/>
                    <a:pt x="3667" y="6518"/>
                    <a:pt x="4556" y="6518"/>
                  </a:cubicBezTo>
                  <a:cubicBezTo>
                    <a:pt x="5442" y="6518"/>
                    <a:pt x="6165" y="5795"/>
                    <a:pt x="6165" y="4909"/>
                  </a:cubicBezTo>
                  <a:lnTo>
                    <a:pt x="6165" y="4080"/>
                  </a:lnTo>
                  <a:cubicBezTo>
                    <a:pt x="7541" y="3593"/>
                    <a:pt x="8618" y="2442"/>
                    <a:pt x="9104" y="1077"/>
                  </a:cubicBezTo>
                  <a:lnTo>
                    <a:pt x="5089" y="1077"/>
                  </a:lnTo>
                  <a:lnTo>
                    <a:pt x="50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2"/>
            <p:cNvSpPr/>
            <p:nvPr/>
          </p:nvSpPr>
          <p:spPr>
            <a:xfrm>
              <a:off x="3195505" y="3471094"/>
              <a:ext cx="263918" cy="29394"/>
            </a:xfrm>
            <a:custGeom>
              <a:rect b="b" l="l" r="r" t="t"/>
              <a:pathLst>
                <a:path extrusionOk="0" h="1077" w="9670">
                  <a:moveTo>
                    <a:pt x="1" y="1"/>
                  </a:moveTo>
                  <a:lnTo>
                    <a:pt x="1" y="1077"/>
                  </a:lnTo>
                  <a:lnTo>
                    <a:pt x="9669" y="1077"/>
                  </a:lnTo>
                  <a:lnTo>
                    <a:pt x="9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12"/>
          <p:cNvGrpSpPr/>
          <p:nvPr/>
        </p:nvGrpSpPr>
        <p:grpSpPr>
          <a:xfrm>
            <a:off x="1136947" y="2084260"/>
            <a:ext cx="375784" cy="427452"/>
            <a:chOff x="3151482" y="4027752"/>
            <a:chExt cx="439873" cy="500354"/>
          </a:xfrm>
        </p:grpSpPr>
        <p:sp>
          <p:nvSpPr>
            <p:cNvPr id="589" name="Google Shape;589;p12"/>
            <p:cNvSpPr/>
            <p:nvPr/>
          </p:nvSpPr>
          <p:spPr>
            <a:xfrm>
              <a:off x="3298070" y="4057037"/>
              <a:ext cx="146697" cy="117221"/>
            </a:xfrm>
            <a:custGeom>
              <a:rect b="b" l="l" r="r" t="t"/>
              <a:pathLst>
                <a:path extrusionOk="0" h="4295" w="5375">
                  <a:moveTo>
                    <a:pt x="1" y="0"/>
                  </a:moveTo>
                  <a:lnTo>
                    <a:pt x="1" y="4295"/>
                  </a:lnTo>
                  <a:lnTo>
                    <a:pt x="5375" y="4295"/>
                  </a:lnTo>
                  <a:lnTo>
                    <a:pt x="5375" y="0"/>
                  </a:lnTo>
                  <a:lnTo>
                    <a:pt x="4299" y="0"/>
                  </a:lnTo>
                  <a:lnTo>
                    <a:pt x="4299" y="3222"/>
                  </a:lnTo>
                  <a:lnTo>
                    <a:pt x="1073" y="3222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2"/>
            <p:cNvSpPr/>
            <p:nvPr/>
          </p:nvSpPr>
          <p:spPr>
            <a:xfrm>
              <a:off x="3356722" y="4027752"/>
              <a:ext cx="29394" cy="88046"/>
            </a:xfrm>
            <a:custGeom>
              <a:rect b="b" l="l" r="r" t="t"/>
              <a:pathLst>
                <a:path extrusionOk="0" h="3226" w="1077">
                  <a:moveTo>
                    <a:pt x="1" y="1"/>
                  </a:moveTo>
                  <a:lnTo>
                    <a:pt x="1" y="3226"/>
                  </a:lnTo>
                  <a:lnTo>
                    <a:pt x="1077" y="3226"/>
                  </a:lnTo>
                  <a:lnTo>
                    <a:pt x="10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2"/>
            <p:cNvSpPr/>
            <p:nvPr/>
          </p:nvSpPr>
          <p:spPr>
            <a:xfrm>
              <a:off x="3210052" y="4348739"/>
              <a:ext cx="58679" cy="144486"/>
            </a:xfrm>
            <a:custGeom>
              <a:rect b="b" l="l" r="r" t="t"/>
              <a:pathLst>
                <a:path extrusionOk="0" h="5294" w="2150">
                  <a:moveTo>
                    <a:pt x="0" y="1"/>
                  </a:moveTo>
                  <a:lnTo>
                    <a:pt x="0" y="4218"/>
                  </a:lnTo>
                  <a:lnTo>
                    <a:pt x="2149" y="5294"/>
                  </a:lnTo>
                  <a:lnTo>
                    <a:pt x="2149" y="9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2"/>
            <p:cNvSpPr/>
            <p:nvPr/>
          </p:nvSpPr>
          <p:spPr>
            <a:xfrm>
              <a:off x="3473943" y="4340279"/>
              <a:ext cx="58679" cy="152947"/>
            </a:xfrm>
            <a:custGeom>
              <a:rect b="b" l="l" r="r" t="t"/>
              <a:pathLst>
                <a:path extrusionOk="0" h="5604" w="2150">
                  <a:moveTo>
                    <a:pt x="2149" y="0"/>
                  </a:moveTo>
                  <a:lnTo>
                    <a:pt x="0" y="1154"/>
                  </a:lnTo>
                  <a:lnTo>
                    <a:pt x="0" y="5604"/>
                  </a:lnTo>
                  <a:lnTo>
                    <a:pt x="2149" y="4528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2"/>
            <p:cNvSpPr/>
            <p:nvPr/>
          </p:nvSpPr>
          <p:spPr>
            <a:xfrm>
              <a:off x="3415373" y="4262249"/>
              <a:ext cx="29394" cy="29421"/>
            </a:xfrm>
            <a:custGeom>
              <a:rect b="b" l="l" r="r" t="t"/>
              <a:pathLst>
                <a:path extrusionOk="0" h="1078" w="1077">
                  <a:moveTo>
                    <a:pt x="537" y="1"/>
                  </a:moveTo>
                  <a:cubicBezTo>
                    <a:pt x="241" y="1"/>
                    <a:pt x="1" y="244"/>
                    <a:pt x="1" y="537"/>
                  </a:cubicBezTo>
                  <a:cubicBezTo>
                    <a:pt x="1" y="834"/>
                    <a:pt x="241" y="1077"/>
                    <a:pt x="537" y="1077"/>
                  </a:cubicBezTo>
                  <a:cubicBezTo>
                    <a:pt x="833" y="1077"/>
                    <a:pt x="1077" y="834"/>
                    <a:pt x="1077" y="537"/>
                  </a:cubicBezTo>
                  <a:cubicBezTo>
                    <a:pt x="1077" y="241"/>
                    <a:pt x="833" y="1"/>
                    <a:pt x="5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2"/>
            <p:cNvSpPr/>
            <p:nvPr/>
          </p:nvSpPr>
          <p:spPr>
            <a:xfrm>
              <a:off x="3298070" y="4262249"/>
              <a:ext cx="29394" cy="29421"/>
            </a:xfrm>
            <a:custGeom>
              <a:rect b="b" l="l" r="r" t="t"/>
              <a:pathLst>
                <a:path extrusionOk="0" h="1078" w="1077">
                  <a:moveTo>
                    <a:pt x="541" y="1"/>
                  </a:moveTo>
                  <a:cubicBezTo>
                    <a:pt x="244" y="1"/>
                    <a:pt x="1" y="244"/>
                    <a:pt x="1" y="537"/>
                  </a:cubicBezTo>
                  <a:cubicBezTo>
                    <a:pt x="1" y="834"/>
                    <a:pt x="244" y="1077"/>
                    <a:pt x="541" y="1077"/>
                  </a:cubicBezTo>
                  <a:cubicBezTo>
                    <a:pt x="833" y="1077"/>
                    <a:pt x="1077" y="834"/>
                    <a:pt x="1077" y="537"/>
                  </a:cubicBezTo>
                  <a:cubicBezTo>
                    <a:pt x="1077" y="241"/>
                    <a:pt x="833" y="1"/>
                    <a:pt x="5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2"/>
            <p:cNvSpPr/>
            <p:nvPr/>
          </p:nvSpPr>
          <p:spPr>
            <a:xfrm>
              <a:off x="3210052" y="4091890"/>
              <a:ext cx="322652" cy="436216"/>
            </a:xfrm>
            <a:custGeom>
              <a:rect b="b" l="l" r="r" t="t"/>
              <a:pathLst>
                <a:path extrusionOk="0" h="15983" w="11822">
                  <a:moveTo>
                    <a:pt x="3766" y="5170"/>
                  </a:moveTo>
                  <a:cubicBezTo>
                    <a:pt x="4651" y="5170"/>
                    <a:pt x="5375" y="5894"/>
                    <a:pt x="5375" y="6783"/>
                  </a:cubicBezTo>
                  <a:cubicBezTo>
                    <a:pt x="5375" y="7669"/>
                    <a:pt x="4651" y="8392"/>
                    <a:pt x="3766" y="8392"/>
                  </a:cubicBezTo>
                  <a:cubicBezTo>
                    <a:pt x="2876" y="8392"/>
                    <a:pt x="2153" y="7669"/>
                    <a:pt x="2153" y="6783"/>
                  </a:cubicBezTo>
                  <a:cubicBezTo>
                    <a:pt x="2153" y="5894"/>
                    <a:pt x="2876" y="5170"/>
                    <a:pt x="3766" y="5170"/>
                  </a:cubicBezTo>
                  <a:close/>
                  <a:moveTo>
                    <a:pt x="8060" y="5170"/>
                  </a:moveTo>
                  <a:cubicBezTo>
                    <a:pt x="8946" y="5170"/>
                    <a:pt x="9669" y="5894"/>
                    <a:pt x="9669" y="6783"/>
                  </a:cubicBezTo>
                  <a:cubicBezTo>
                    <a:pt x="9669" y="7669"/>
                    <a:pt x="8946" y="8392"/>
                    <a:pt x="8060" y="8392"/>
                  </a:cubicBezTo>
                  <a:cubicBezTo>
                    <a:pt x="7174" y="8392"/>
                    <a:pt x="6451" y="7669"/>
                    <a:pt x="6451" y="6783"/>
                  </a:cubicBezTo>
                  <a:cubicBezTo>
                    <a:pt x="6451" y="5894"/>
                    <a:pt x="7174" y="5170"/>
                    <a:pt x="8060" y="5170"/>
                  </a:cubicBezTo>
                  <a:close/>
                  <a:moveTo>
                    <a:pt x="5375" y="11077"/>
                  </a:moveTo>
                  <a:lnTo>
                    <a:pt x="5375" y="14373"/>
                  </a:lnTo>
                  <a:lnTo>
                    <a:pt x="4298" y="14373"/>
                  </a:lnTo>
                  <a:lnTo>
                    <a:pt x="4298" y="11077"/>
                  </a:lnTo>
                  <a:close/>
                  <a:moveTo>
                    <a:pt x="7524" y="11077"/>
                  </a:moveTo>
                  <a:lnTo>
                    <a:pt x="7524" y="14373"/>
                  </a:lnTo>
                  <a:lnTo>
                    <a:pt x="6444" y="14373"/>
                  </a:lnTo>
                  <a:lnTo>
                    <a:pt x="6444" y="11077"/>
                  </a:lnTo>
                  <a:close/>
                  <a:moveTo>
                    <a:pt x="2149" y="1"/>
                  </a:moveTo>
                  <a:lnTo>
                    <a:pt x="0" y="1077"/>
                  </a:lnTo>
                  <a:lnTo>
                    <a:pt x="0" y="8226"/>
                  </a:lnTo>
                  <a:lnTo>
                    <a:pt x="3226" y="9726"/>
                  </a:lnTo>
                  <a:lnTo>
                    <a:pt x="3226" y="15982"/>
                  </a:lnTo>
                  <a:lnTo>
                    <a:pt x="8600" y="15982"/>
                  </a:lnTo>
                  <a:lnTo>
                    <a:pt x="8600" y="9616"/>
                  </a:lnTo>
                  <a:lnTo>
                    <a:pt x="11822" y="7884"/>
                  </a:lnTo>
                  <a:lnTo>
                    <a:pt x="11822" y="1077"/>
                  </a:lnTo>
                  <a:lnTo>
                    <a:pt x="11818" y="1077"/>
                  </a:lnTo>
                  <a:lnTo>
                    <a:pt x="9669" y="1"/>
                  </a:lnTo>
                  <a:lnTo>
                    <a:pt x="9669" y="4094"/>
                  </a:lnTo>
                  <a:lnTo>
                    <a:pt x="2149" y="4094"/>
                  </a:lnTo>
                  <a:lnTo>
                    <a:pt x="21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2"/>
            <p:cNvSpPr/>
            <p:nvPr/>
          </p:nvSpPr>
          <p:spPr>
            <a:xfrm>
              <a:off x="3561961" y="4223740"/>
              <a:ext cx="29394" cy="106250"/>
            </a:xfrm>
            <a:custGeom>
              <a:rect b="b" l="l" r="r" t="t"/>
              <a:pathLst>
                <a:path extrusionOk="0" h="3893" w="1077">
                  <a:moveTo>
                    <a:pt x="0" y="0"/>
                  </a:moveTo>
                  <a:lnTo>
                    <a:pt x="0" y="3893"/>
                  </a:lnTo>
                  <a:lnTo>
                    <a:pt x="1077" y="3353"/>
                  </a:lnTo>
                  <a:lnTo>
                    <a:pt x="1077" y="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2"/>
            <p:cNvSpPr/>
            <p:nvPr/>
          </p:nvSpPr>
          <p:spPr>
            <a:xfrm>
              <a:off x="3151482" y="4224040"/>
              <a:ext cx="29421" cy="106059"/>
            </a:xfrm>
            <a:custGeom>
              <a:rect b="b" l="l" r="r" t="t"/>
              <a:pathLst>
                <a:path extrusionOk="0" h="3886" w="1078">
                  <a:moveTo>
                    <a:pt x="1077" y="0"/>
                  </a:moveTo>
                  <a:lnTo>
                    <a:pt x="1" y="536"/>
                  </a:lnTo>
                  <a:lnTo>
                    <a:pt x="1" y="3345"/>
                  </a:lnTo>
                  <a:lnTo>
                    <a:pt x="1077" y="3885"/>
                  </a:lnTo>
                  <a:lnTo>
                    <a:pt x="10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8" name="Google Shape;598;p12"/>
          <p:cNvSpPr txBox="1"/>
          <p:nvPr>
            <p:ph idx="1" type="subTitle"/>
          </p:nvPr>
        </p:nvSpPr>
        <p:spPr>
          <a:xfrm>
            <a:off x="1791725" y="1919000"/>
            <a:ext cx="2886600" cy="7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un sistema de navegación por voz.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12"/>
          <p:cNvSpPr txBox="1"/>
          <p:nvPr>
            <p:ph idx="1" type="subTitle"/>
          </p:nvPr>
        </p:nvSpPr>
        <p:spPr>
          <a:xfrm>
            <a:off x="1761425" y="2828300"/>
            <a:ext cx="3007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una lupa, hover zoom activado por voz.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12"/>
          <p:cNvSpPr txBox="1"/>
          <p:nvPr>
            <p:ph idx="1" type="subTitle"/>
          </p:nvPr>
        </p:nvSpPr>
        <p:spPr>
          <a:xfrm>
            <a:off x="1811950" y="3673250"/>
            <a:ext cx="2390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pop ups de ayuda.</a:t>
            </a:r>
            <a:endParaRPr/>
          </a:p>
        </p:txBody>
      </p:sp>
      <p:sp>
        <p:nvSpPr>
          <p:cNvPr id="601" name="Google Shape;601;p12"/>
          <p:cNvSpPr txBox="1"/>
          <p:nvPr>
            <p:ph idx="1" type="subTitle"/>
          </p:nvPr>
        </p:nvSpPr>
        <p:spPr>
          <a:xfrm>
            <a:off x="6013350" y="1138400"/>
            <a:ext cx="270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Implementación de una base de datos mysql en página web.</a:t>
            </a:r>
            <a:endParaRPr/>
          </a:p>
        </p:txBody>
      </p:sp>
      <p:sp>
        <p:nvSpPr>
          <p:cNvPr id="602" name="Google Shape;602;p12"/>
          <p:cNvSpPr txBox="1"/>
          <p:nvPr>
            <p:ph idx="1" type="subTitle"/>
          </p:nvPr>
        </p:nvSpPr>
        <p:spPr>
          <a:xfrm>
            <a:off x="6013350" y="1920525"/>
            <a:ext cx="2533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Página en live y accesible por todos gracias a local hosting.</a:t>
            </a:r>
            <a:endParaRPr/>
          </a:p>
        </p:txBody>
      </p:sp>
      <p:sp>
        <p:nvSpPr>
          <p:cNvPr id="603" name="Google Shape;603;p12"/>
          <p:cNvSpPr txBox="1"/>
          <p:nvPr>
            <p:ph idx="1" type="subTitle"/>
          </p:nvPr>
        </p:nvSpPr>
        <p:spPr>
          <a:xfrm>
            <a:off x="6013350" y="2702650"/>
            <a:ext cx="30072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4"/>
          <p:cNvSpPr txBox="1"/>
          <p:nvPr>
            <p:ph type="title"/>
          </p:nvPr>
        </p:nvSpPr>
        <p:spPr>
          <a:xfrm>
            <a:off x="1284000" y="1883188"/>
            <a:ext cx="6576000" cy="1360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 sz="4100"/>
              <a:t>Gracias por su atención</a:t>
            </a:r>
            <a:endParaRPr sz="4000"/>
          </a:p>
        </p:txBody>
      </p:sp>
      <p:cxnSp>
        <p:nvCxnSpPr>
          <p:cNvPr id="609" name="Google Shape;609;p14"/>
          <p:cNvCxnSpPr>
            <a:endCxn id="608" idx="0"/>
          </p:cNvCxnSpPr>
          <p:nvPr/>
        </p:nvCxnSpPr>
        <p:spPr>
          <a:xfrm flipH="1" rot="-5400000">
            <a:off x="3319200" y="630388"/>
            <a:ext cx="1700100" cy="80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10" name="Google Shape;610;p14"/>
          <p:cNvCxnSpPr>
            <a:stCxn id="608" idx="3"/>
          </p:cNvCxnSpPr>
          <p:nvPr/>
        </p:nvCxnSpPr>
        <p:spPr>
          <a:xfrm>
            <a:off x="7860000" y="2563288"/>
            <a:ext cx="600" cy="1038000"/>
          </a:xfrm>
          <a:prstGeom prst="bentConnector2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11" name="Google Shape;611;p14"/>
          <p:cNvCxnSpPr/>
          <p:nvPr/>
        </p:nvCxnSpPr>
        <p:spPr>
          <a:xfrm>
            <a:off x="4572000" y="3456488"/>
            <a:ext cx="4025700" cy="863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612" name="Google Shape;612;p14"/>
          <p:cNvCxnSpPr/>
          <p:nvPr/>
        </p:nvCxnSpPr>
        <p:spPr>
          <a:xfrm flipH="1" rot="-5400000">
            <a:off x="3479575" y="38925"/>
            <a:ext cx="1422900" cy="987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med" w="med" type="oval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Essentials Workshop by Slidesgo">
  <a:themeElements>
    <a:clrScheme name="Simple Light">
      <a:dk1>
        <a:srgbClr val="0C343D"/>
      </a:dk1>
      <a:lt1>
        <a:srgbClr val="F3F7F8"/>
      </a:lt1>
      <a:dk2>
        <a:srgbClr val="134F5C"/>
      </a:dk2>
      <a:lt2>
        <a:srgbClr val="45818E"/>
      </a:lt2>
      <a:accent1>
        <a:srgbClr val="76A5AF"/>
      </a:accent1>
      <a:accent2>
        <a:srgbClr val="D9EAD3"/>
      </a:accent2>
      <a:accent3>
        <a:srgbClr val="88ADA5"/>
      </a:accent3>
      <a:accent4>
        <a:srgbClr val="F3F3F3"/>
      </a:accent4>
      <a:accent5>
        <a:srgbClr val="FFFFFF"/>
      </a:accent5>
      <a:accent6>
        <a:srgbClr val="FFFFF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