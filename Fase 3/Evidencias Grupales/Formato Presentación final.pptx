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Benjamín Alejandro Bravo Rivadeneira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Benjamín Ignacio Vargas Díaz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MX" dirty="0"/>
            <a:t>Felipe Teodoro Muñoz González 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MX" dirty="0" err="1"/>
            <a:t>Product</a:t>
          </a:r>
          <a:r>
            <a:rPr lang="es-MX" dirty="0"/>
            <a:t> </a:t>
          </a:r>
          <a:r>
            <a:rPr lang="es-MX" dirty="0" err="1"/>
            <a:t>Owner</a:t>
          </a:r>
          <a:r>
            <a:rPr lang="es-MX" dirty="0"/>
            <a:t> e Ingeniero de Interacción por Voz.}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Gestor de base de datos y desarrollador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/>
            <a:t>Líder del proyecto y programado .</a:t>
          </a:r>
          <a:r>
            <a:rPr lang="es-MX" dirty="0" err="1"/>
            <a:t>js</a:t>
          </a:r>
          <a:endParaRPr lang="es-CL" dirty="0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62F1AA66-C25A-4E90-9F94-A2481F187857}">
      <dgm:prSet phldrT="[Texto]"/>
      <dgm:spPr/>
      <dgm:t>
        <a:bodyPr/>
        <a:lstStyle/>
        <a:p>
          <a:r>
            <a:rPr lang="es-MX" dirty="0"/>
            <a:t>Tener los documentos y programar validaciones en .</a:t>
          </a:r>
          <a:r>
            <a:rPr lang="es-MX" dirty="0" err="1"/>
            <a:t>js</a:t>
          </a:r>
          <a:endParaRPr lang="es-CL" dirty="0"/>
        </a:p>
      </dgm:t>
    </dgm:pt>
    <dgm:pt modelId="{7F4727AC-1BDA-4A7C-9217-23F0312BC14B}" type="parTrans" cxnId="{24A7E5C3-B54B-4DF2-8B73-0A88F3EB4070}">
      <dgm:prSet/>
      <dgm:spPr/>
      <dgm:t>
        <a:bodyPr/>
        <a:lstStyle/>
        <a:p>
          <a:endParaRPr lang="es-CL"/>
        </a:p>
      </dgm:t>
    </dgm:pt>
    <dgm:pt modelId="{C526E7B5-A8A2-4E42-843E-203585FE8244}" type="sibTrans" cxnId="{24A7E5C3-B54B-4DF2-8B73-0A88F3EB4070}">
      <dgm:prSet/>
      <dgm:spPr/>
      <dgm:t>
        <a:bodyPr/>
        <a:lstStyle/>
        <a:p>
          <a:endParaRPr lang="es-CL"/>
        </a:p>
      </dgm:t>
    </dgm:pt>
    <dgm:pt modelId="{042CE47C-DE4F-4534-9D6F-3A0CF95D58A5}">
      <dgm:prSet phldrT="[Texto]"/>
      <dgm:spPr/>
      <dgm:t>
        <a:bodyPr/>
        <a:lstStyle/>
        <a:p>
          <a:r>
            <a:rPr lang="es-MX" dirty="0"/>
            <a:t>Desarrollador y levantamiento del proyecto en la nube</a:t>
          </a:r>
          <a:endParaRPr lang="es-CL" dirty="0"/>
        </a:p>
      </dgm:t>
    </dgm:pt>
    <dgm:pt modelId="{F2A7D6BC-F441-4EC5-A51F-57C79CEBBCA8}" type="parTrans" cxnId="{F18066D4-6A13-46C2-B18C-B61313F1AD31}">
      <dgm:prSet/>
      <dgm:spPr/>
      <dgm:t>
        <a:bodyPr/>
        <a:lstStyle/>
        <a:p>
          <a:endParaRPr lang="es-CL"/>
        </a:p>
      </dgm:t>
    </dgm:pt>
    <dgm:pt modelId="{04C1857B-A0FD-4099-A17B-3FDE6F932D4F}" type="sibTrans" cxnId="{F18066D4-6A13-46C2-B18C-B61313F1AD31}">
      <dgm:prSet/>
      <dgm:spPr/>
      <dgm:t>
        <a:bodyPr/>
        <a:lstStyle/>
        <a:p>
          <a:endParaRPr lang="es-CL"/>
        </a:p>
      </dgm:t>
    </dgm:pt>
    <dgm:pt modelId="{615966B1-AC44-4287-8129-C435CDE001AB}">
      <dgm:prSet phldrT="[Texto]"/>
      <dgm:spPr/>
      <dgm:t>
        <a:bodyPr/>
        <a:lstStyle/>
        <a:p>
          <a:r>
            <a:rPr lang="es-CL" dirty="0"/>
            <a:t>Coordinar e implementar nuevas funcionalidades, Implementar sistemas de navegación inclusivos.</a:t>
          </a:r>
        </a:p>
      </dgm:t>
    </dgm:pt>
    <dgm:pt modelId="{27B11DD4-0DCC-490B-8EB5-CC85CC7B8231}" type="parTrans" cxnId="{FA4C0894-1234-450D-80E0-86CBEABEDE7C}">
      <dgm:prSet/>
      <dgm:spPr/>
      <dgm:t>
        <a:bodyPr/>
        <a:lstStyle/>
        <a:p>
          <a:endParaRPr lang="es-CL"/>
        </a:p>
      </dgm:t>
    </dgm:pt>
    <dgm:pt modelId="{8C9BE87E-B214-4FF3-8713-4C7FFD90044C}" type="sibTrans" cxnId="{FA4C0894-1234-450D-80E0-86CBEABEDE7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/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/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6A51410A-C9A5-4AF8-B2DA-459C003E538A}" type="presOf" srcId="{615966B1-AC44-4287-8129-C435CDE001AB}" destId="{0E12AD21-08CC-4736-A269-DD5234F9D874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F507E750-1488-4457-AE57-51F88C87BD16}" type="presOf" srcId="{042CE47C-DE4F-4534-9D6F-3A0CF95D58A5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FA4C0894-1234-450D-80E0-86CBEABEDE7C}" srcId="{99FF0D0F-282A-4030-9AF5-3B7621881539}" destId="{615966B1-AC44-4287-8129-C435CDE001AB}" srcOrd="1" destOrd="0" parTransId="{27B11DD4-0DCC-490B-8EB5-CC85CC7B8231}" sibTransId="{8C9BE87E-B214-4FF3-8713-4C7FFD90044C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6371ED9D-4AE7-44F3-8BCE-C936BF4BA99F}" type="presOf" srcId="{62F1AA66-C25A-4E90-9F94-A2481F187857}" destId="{54FC4CB6-0791-48D3-B2C5-2E99B8AFCFF7}" srcOrd="0" destOrd="2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9F2D15B1-6569-45E4-BB52-DA1C914D9BEB}" type="presOf" srcId="{042CE47C-DE4F-4534-9D6F-3A0CF95D58A5}" destId="{39AFE128-ACF6-44CA-B18B-64F5782CF210}" srcOrd="0" destOrd="2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760AB7C2-4EAE-472E-8615-5A36DA05FB14}" type="presOf" srcId="{615966B1-AC44-4287-8129-C435CDE001AB}" destId="{F36F4ED1-B414-46B8-A8C5-C0FB11F5CFBC}" srcOrd="0" destOrd="2" presId="urn:microsoft.com/office/officeart/2005/8/layout/vList4"/>
    <dgm:cxn modelId="{771AC4C3-43B6-4708-AF74-1C09D131840F}" type="presOf" srcId="{62F1AA66-C25A-4E90-9F94-A2481F187857}" destId="{52D125D2-FCA7-4A2D-AB39-B6BD54F251F2}" srcOrd="1" destOrd="2" presId="urn:microsoft.com/office/officeart/2005/8/layout/vList4"/>
    <dgm:cxn modelId="{24A7E5C3-B54B-4DF2-8B73-0A88F3EB4070}" srcId="{78BFB295-8F5D-4286-B72B-79142F8F0E13}" destId="{62F1AA66-C25A-4E90-9F94-A2481F187857}" srcOrd="1" destOrd="0" parTransId="{7F4727AC-1BDA-4A7C-9217-23F0312BC14B}" sibTransId="{C526E7B5-A8A2-4E42-843E-203585FE8244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F18066D4-6A13-46C2-B18C-B61313F1AD31}" srcId="{02A34BC0-F8BA-4A89-87A4-4F20079DFD06}" destId="{042CE47C-DE4F-4534-9D6F-3A0CF95D58A5}" srcOrd="1" destOrd="0" parTransId="{F2A7D6BC-F441-4EC5-A51F-57C79CEBBCA8}" sibTransId="{04C1857B-A0FD-4099-A17B-3FDE6F932D4F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738332" cy="142072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300" kern="1200" dirty="0"/>
            <a:t>Benjamín Alejandro Bravo Rivadeneira</a:t>
          </a:r>
          <a:endParaRPr lang="es-CL" sz="23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Líder del proyecto y programado .</a:t>
          </a:r>
          <a:r>
            <a:rPr lang="es-MX" sz="1800" kern="1200" dirty="0" err="1"/>
            <a:t>js</a:t>
          </a:r>
          <a:endParaRPr lang="es-CL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Tener los documentos y programar validaciones en .</a:t>
          </a:r>
          <a:r>
            <a:rPr lang="es-MX" sz="1800" kern="1200" dirty="0" err="1"/>
            <a:t>js</a:t>
          </a:r>
          <a:endParaRPr lang="es-CL" sz="1800" kern="1200" dirty="0"/>
        </a:p>
      </dsp:txBody>
      <dsp:txXfrm>
        <a:off x="1689739" y="0"/>
        <a:ext cx="6048592" cy="1420729"/>
      </dsp:txXfrm>
    </dsp:sp>
    <dsp:sp modelId="{9A7E2690-DE9C-4572-9BE5-B8C9A3B8BBB3}">
      <dsp:nvSpPr>
        <dsp:cNvPr id="0" name=""/>
        <dsp:cNvSpPr/>
      </dsp:nvSpPr>
      <dsp:spPr>
        <a:xfrm>
          <a:off x="142072" y="142072"/>
          <a:ext cx="1547666" cy="1136583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66000" b="-66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562802"/>
          <a:ext cx="7738332" cy="142072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300" kern="1200" dirty="0"/>
            <a:t>Benjamín Ignacio Vargas Díaz</a:t>
          </a:r>
          <a:endParaRPr lang="es-CL" sz="23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Gestor de base de datos y desarrollador</a:t>
          </a:r>
          <a:endParaRPr lang="es-CL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/>
            <a:t>Desarrollador y levantamiento del proyecto en la nube</a:t>
          </a:r>
          <a:endParaRPr lang="es-CL" sz="1800" kern="1200" dirty="0"/>
        </a:p>
      </dsp:txBody>
      <dsp:txXfrm>
        <a:off x="1689739" y="1562802"/>
        <a:ext cx="6048592" cy="1420729"/>
      </dsp:txXfrm>
    </dsp:sp>
    <dsp:sp modelId="{3F97C059-D720-4D48-953F-B84D04D0BF79}">
      <dsp:nvSpPr>
        <dsp:cNvPr id="0" name=""/>
        <dsp:cNvSpPr/>
      </dsp:nvSpPr>
      <dsp:spPr>
        <a:xfrm>
          <a:off x="142072" y="1704875"/>
          <a:ext cx="1547666" cy="1136583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3125605"/>
          <a:ext cx="7738332" cy="1420729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2300" kern="1200" dirty="0"/>
            <a:t>Felipe Teodoro Muñoz González </a:t>
          </a:r>
          <a:endParaRPr lang="es-CL" sz="23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800" kern="1200" dirty="0" err="1"/>
            <a:t>Product</a:t>
          </a:r>
          <a:r>
            <a:rPr lang="es-MX" sz="1800" kern="1200" dirty="0"/>
            <a:t> </a:t>
          </a:r>
          <a:r>
            <a:rPr lang="es-MX" sz="1800" kern="1200" dirty="0" err="1"/>
            <a:t>Owner</a:t>
          </a:r>
          <a:r>
            <a:rPr lang="es-MX" sz="1800" kern="1200" dirty="0"/>
            <a:t> e Ingeniero de Interacción por Voz.}</a:t>
          </a:r>
          <a:endParaRPr lang="es-CL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800" kern="1200" dirty="0"/>
            <a:t>Coordinar e implementar nuevas funcionalidades, Implementar sistemas de navegación inclusivos.</a:t>
          </a:r>
        </a:p>
      </dsp:txBody>
      <dsp:txXfrm>
        <a:off x="1689739" y="3125605"/>
        <a:ext cx="6048592" cy="1420729"/>
      </dsp:txXfrm>
    </dsp:sp>
    <dsp:sp modelId="{7C6A764B-C67C-494C-B90E-7B3C3DDE54A4}">
      <dsp:nvSpPr>
        <dsp:cNvPr id="0" name=""/>
        <dsp:cNvSpPr/>
      </dsp:nvSpPr>
      <dsp:spPr>
        <a:xfrm>
          <a:off x="142072" y="3267678"/>
          <a:ext cx="1547666" cy="1136583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19-11-2025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“I</a:t>
            </a:r>
            <a:r>
              <a:rPr lang="es-CL" sz="4400" b="1" i="0" dirty="0" err="1">
                <a:effectLst/>
              </a:rPr>
              <a:t>nclushop</a:t>
            </a:r>
            <a:r>
              <a:rPr lang="es-CL" sz="4400" b="1" i="0" dirty="0">
                <a:effectLst/>
              </a:rPr>
              <a:t> : Herramientas para un </a:t>
            </a:r>
          </a:p>
          <a:p>
            <a:pPr algn="ctr"/>
            <a:r>
              <a:rPr lang="es-CL" sz="4400" b="1" i="0" dirty="0">
                <a:effectLst/>
              </a:rPr>
              <a:t>E-</a:t>
            </a:r>
            <a:r>
              <a:rPr lang="es-CL" sz="4400" b="1" i="0" dirty="0" err="1">
                <a:effectLst/>
              </a:rPr>
              <a:t>commerce</a:t>
            </a:r>
            <a:r>
              <a:rPr lang="es-CL" sz="4400" b="1" i="0" dirty="0">
                <a:effectLst/>
              </a:rPr>
              <a:t> inclusivo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83149081"/>
              </p:ext>
            </p:extLst>
          </p:nvPr>
        </p:nvGraphicFramePr>
        <p:xfrm>
          <a:off x="4016188" y="1515038"/>
          <a:ext cx="7738332" cy="45463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“NOMBRE DEL PROYECTO”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algn="just"/>
            <a:r>
              <a:rPr lang="es-MX" dirty="0"/>
              <a:t>El proyecto busca desarrollar una plataforma de comercio electrónico inclusiva, que permita a personas con discapacidad visual o dificultades motrices navegar y comprar productos usando comandos de voz y narración automática. Además, contará con un asistente virtual para guiar el proceso de compra.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dirty="0"/>
              <a:t>Nuestra propuesta de solución es un kit de herramientas (Plug-In) para que personas con las discapacidades anteriormente mencionadas, mediante los comandos de Voz  y la narrativa automática en </a:t>
            </a:r>
            <a:r>
              <a:rPr lang="es-MX" dirty="0" err="1"/>
              <a:t>conjuto</a:t>
            </a:r>
            <a:r>
              <a:rPr lang="es-MX" dirty="0"/>
              <a:t> 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El objetivo general es: Que una persona con cual sea la discapacidad dentro de la 3 que se comentaron al inicio (que son audición, visual y motora) pueda realizar una compra online autónomamente, específicamente en el proceso de navegación. </a:t>
            </a:r>
            <a:endParaRPr lang="es-CL" dirty="0"/>
          </a:p>
          <a:p>
            <a:pPr algn="ctr"/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4" y="473240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Objetivos Específicos son los siguientes: </a:t>
            </a:r>
          </a:p>
          <a:p>
            <a:pPr algn="ctr"/>
            <a:r>
              <a:rPr lang="es-CL" dirty="0"/>
              <a:t>1- Permite a una persona con discapacidad motora navegar mediante comandos de voz.</a:t>
            </a:r>
          </a:p>
          <a:p>
            <a:pPr algn="ctr"/>
            <a:r>
              <a:rPr lang="es-CL" dirty="0"/>
              <a:t>2- Permite a una persona con discapacidad visual del -15% se implemento una lupa para aumentar visualmente la zona donde ubica el curso. </a:t>
            </a:r>
          </a:p>
          <a:p>
            <a:pPr algn="ctr"/>
            <a:r>
              <a:rPr lang="es-CL" dirty="0"/>
              <a:t>3- Permite que una persona sorda pueda navegar con totalidad en el apoyo visual y por comandos de voz.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71717" y="117663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2F6E699B-3465-4253-8BD9-5E7066AB0AC4}"/>
              </a:ext>
            </a:extLst>
          </p:cNvPr>
          <p:cNvSpPr txBox="1"/>
          <p:nvPr/>
        </p:nvSpPr>
        <p:spPr>
          <a:xfrm>
            <a:off x="136187" y="1892968"/>
            <a:ext cx="11526423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/>
              <a:t>El alcance del proyecto se mide dentro de los 3 pilares que nos centramos son usabilidad, accesibilidad y intuitiva, lo anteriormente mencionado se encuentra englobados en I.S.O 9241 cada uno de los soportes centrales anteriormente mencionados y se encuentran englobados en usuario con de las discapacidades anteriormente mencionadas comienzo (que son auditivas, visuales y motoras).</a:t>
            </a:r>
          </a:p>
          <a:p>
            <a:pPr algn="just"/>
            <a:endParaRPr lang="es-MX" sz="1800" dirty="0"/>
          </a:p>
          <a:p>
            <a:pPr algn="just"/>
            <a:r>
              <a:rPr lang="es-MX" dirty="0"/>
              <a:t>Las limitaciones que se vieron y que afectaron el progreso del proyecto se vieron en temas de habilidades descendidas en el caso  de cada uno de los integrantes ejemplo: Benjamín Bravo le daba miedo programar en .JS ya que le costaba y en la actualidad  a perdido el miedo mediante la práctica e implementación de </a:t>
            </a:r>
            <a:r>
              <a:rPr lang="es-MX" dirty="0" err="1"/>
              <a:t>blanches</a:t>
            </a:r>
            <a:r>
              <a:rPr lang="es-MX" dirty="0"/>
              <a:t> (ramas de </a:t>
            </a:r>
            <a:r>
              <a:rPr lang="es-MX" dirty="0" err="1"/>
              <a:t>GitHup</a:t>
            </a:r>
            <a:r>
              <a:rPr lang="es-MX" dirty="0"/>
              <a:t>).</a:t>
            </a:r>
            <a:endParaRPr lang="es-MX" sz="1800" dirty="0"/>
          </a:p>
          <a:p>
            <a:pPr algn="just"/>
            <a:endParaRPr lang="es-CL" sz="1800" dirty="0"/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BEB7D64-7F33-4663-A218-2DDB2FF4765A}"/>
              </a:ext>
            </a:extLst>
          </p:cNvPr>
          <p:cNvSpPr txBox="1"/>
          <p:nvPr/>
        </p:nvSpPr>
        <p:spPr>
          <a:xfrm>
            <a:off x="136188" y="2129655"/>
            <a:ext cx="117773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/>
              <a:t>La metodología de trabajo seleccionada fue la llamada “SCRUM” en el marco de la filosofía o marco de trabajo “AGIL”, ya que permite ir con un seguimiento más controlado mediante las “</a:t>
            </a:r>
            <a:r>
              <a:rPr lang="es-MX" dirty="0" err="1"/>
              <a:t>Daily</a:t>
            </a:r>
            <a:r>
              <a:rPr lang="es-MX" dirty="0"/>
              <a:t>”, que en nuestro caso por el ritmo del proyecto generamos en total 3 “</a:t>
            </a:r>
            <a:r>
              <a:rPr lang="es-MX" dirty="0" err="1"/>
              <a:t>Daily</a:t>
            </a:r>
            <a:r>
              <a:rPr lang="es-MX" dirty="0"/>
              <a:t> ” por semana que contaban desde unos 15 minutos hasta 1 hora las cuales se usaba como recordatorio el “calendario de Google”, se usaba “</a:t>
            </a:r>
            <a:r>
              <a:rPr lang="es-MX" dirty="0" err="1"/>
              <a:t>Meet</a:t>
            </a:r>
            <a:r>
              <a:rPr lang="es-MX" dirty="0"/>
              <a:t> Google” para la comunicación online y además se realizaron  3 fases “</a:t>
            </a:r>
            <a:r>
              <a:rPr lang="es-MX" dirty="0" err="1"/>
              <a:t>Sprints</a:t>
            </a:r>
            <a:r>
              <a:rPr lang="es-MX" dirty="0"/>
              <a:t>” cada uno se conforma internamente por de mínimo 2 y de máximo de 3 tareas cada uno de los “</a:t>
            </a:r>
            <a:r>
              <a:rPr lang="es-MX" dirty="0" err="1"/>
              <a:t>Sprints</a:t>
            </a:r>
            <a:r>
              <a:rPr lang="es-MX" dirty="0"/>
              <a:t>”</a:t>
            </a:r>
            <a:endParaRPr lang="es-MX" sz="1800" dirty="0"/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r>
              <a:rPr lang="es-MX" sz="1600" dirty="0">
                <a:solidFill>
                  <a:schemeClr val="bg2">
                    <a:lumMod val="50000"/>
                  </a:schemeClr>
                </a:solidFill>
              </a:rPr>
              <a:t>* Utilizar cronograma de inicio, indicando el cumplimiento al término del proyecto </a:t>
            </a:r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750566"/>
              </p:ext>
            </p:extLst>
          </p:nvPr>
        </p:nvGraphicFramePr>
        <p:xfrm>
          <a:off x="1248696" y="2595717"/>
          <a:ext cx="10235372" cy="3618273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52446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540519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48830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i="1">
                          <a:solidFill>
                            <a:srgbClr val="548DD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Describe actividades del punto anterior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54051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*Presentar esquema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" y="541344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 “</a:t>
            </a:r>
            <a:r>
              <a:rPr lang="es-MX" sz="1800" dirty="0"/>
              <a:t>I</a:t>
            </a:r>
            <a:r>
              <a:rPr lang="es-CL" sz="1800" i="0" dirty="0" err="1">
                <a:effectLst/>
              </a:rPr>
              <a:t>nclushop</a:t>
            </a:r>
            <a:r>
              <a:rPr lang="es-CL" sz="1800" i="0" dirty="0">
                <a:effectLst/>
              </a:rPr>
              <a:t> : Herramientas para un E-</a:t>
            </a:r>
            <a:r>
              <a:rPr lang="es-CL" sz="1800" i="0" dirty="0" err="1">
                <a:effectLst/>
              </a:rPr>
              <a:t>commerce</a:t>
            </a:r>
            <a:r>
              <a:rPr lang="es-CL" sz="1800" i="0" dirty="0">
                <a:effectLst/>
              </a:rPr>
              <a:t> inclusivo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C5CAE54F-5278-425D-A8AE-C5DB7F849C7C}"/>
              </a:ext>
            </a:extLst>
          </p:cNvPr>
          <p:cNvSpPr txBox="1"/>
          <p:nvPr/>
        </p:nvSpPr>
        <p:spPr>
          <a:xfrm>
            <a:off x="136188" y="1997839"/>
            <a:ext cx="117773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MX" dirty="0"/>
              <a:t>Lenguajes de programación utilizados : HTML 5, CSS, </a:t>
            </a:r>
            <a:r>
              <a:rPr lang="es-MX" dirty="0" err="1"/>
              <a:t>Js</a:t>
            </a:r>
            <a:r>
              <a:rPr lang="es-MX" dirty="0"/>
              <a:t> (</a:t>
            </a:r>
            <a:r>
              <a:rPr lang="es-MX" dirty="0" err="1"/>
              <a:t>javascripts</a:t>
            </a:r>
            <a:r>
              <a:rPr lang="es-MX" dirty="0"/>
              <a:t>) y Python </a:t>
            </a:r>
          </a:p>
          <a:p>
            <a:pPr algn="just"/>
            <a:r>
              <a:rPr lang="es-MX" sz="1800" dirty="0"/>
              <a:t>Base de datos en</a:t>
            </a:r>
            <a:r>
              <a:rPr lang="es-MX" dirty="0"/>
              <a:t>: MySQL</a:t>
            </a:r>
          </a:p>
          <a:p>
            <a:pPr algn="just"/>
            <a:r>
              <a:rPr lang="es-MX" dirty="0"/>
              <a:t>Framework utilizado: Django</a:t>
            </a:r>
          </a:p>
          <a:p>
            <a:pPr algn="just"/>
            <a:r>
              <a:rPr lang="es-MX" dirty="0"/>
              <a:t>Repositorio del código y documentación: GitHub</a:t>
            </a:r>
          </a:p>
          <a:p>
            <a:pPr algn="just"/>
            <a:r>
              <a:rPr lang="es-MX" sz="1800" dirty="0"/>
              <a:t>Aplicación alojada en</a:t>
            </a:r>
            <a:r>
              <a:rPr lang="es-MX" dirty="0"/>
              <a:t>: </a:t>
            </a:r>
            <a:r>
              <a:rPr lang="es-MX" dirty="0" err="1"/>
              <a:t>OVHcloud</a:t>
            </a:r>
            <a:endParaRPr lang="es-MX" sz="1800" dirty="0"/>
          </a:p>
        </p:txBody>
      </p: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43435" y="1497557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BEA72EA-4471-4941-A477-DB5D80ACA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235" y="2798400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DD23ADF-39CE-4016-A2E2-A7AF629A9892}">
  <we:reference id="wa200002492" version="1.0.0.3" store="es-ES" storeType="OMEX"/>
  <we:alternateReferences>
    <we:reference id="wa200002492" version="1.0.0.3" store="WA200002492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832</Words>
  <Application>Microsoft Office PowerPoint</Application>
  <PresentationFormat>Panorámica</PresentationFormat>
  <Paragraphs>141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BENJAMIN . BRAVO RIVADENEIRA</cp:lastModifiedBy>
  <cp:revision>8</cp:revision>
  <dcterms:created xsi:type="dcterms:W3CDTF">2023-10-28T21:12:11Z</dcterms:created>
  <dcterms:modified xsi:type="dcterms:W3CDTF">2025-11-19T16:21:22Z</dcterms:modified>
</cp:coreProperties>
</file>