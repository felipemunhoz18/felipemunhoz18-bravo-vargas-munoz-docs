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Benjamín Alejandro Bravo Rivadeneira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/>
            <a:t>Nombre de estudiante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Nombre de estudiante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Cargo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Funciones desempeñadas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Gestor de proyectos y Líder del proyecto</a:t>
          </a:r>
          <a:endParaRPr lang="es-CL" dirty="0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62F1AA66-C25A-4E90-9F94-A2481F187857}">
      <dgm:prSet phldrT="[Texto]"/>
      <dgm:spPr/>
      <dgm:t>
        <a:bodyPr/>
        <a:lstStyle/>
        <a:p>
          <a:r>
            <a:rPr lang="es-MX" dirty="0"/>
            <a:t>Tener los documentos, ayudar y guiar al equipo</a:t>
          </a:r>
          <a:endParaRPr lang="es-CL" dirty="0"/>
        </a:p>
      </dgm:t>
    </dgm:pt>
    <dgm:pt modelId="{7F4727AC-1BDA-4A7C-9217-23F0312BC14B}" type="parTrans" cxnId="{24A7E5C3-B54B-4DF2-8B73-0A88F3EB4070}">
      <dgm:prSet/>
      <dgm:spPr/>
    </dgm:pt>
    <dgm:pt modelId="{C526E7B5-A8A2-4E42-843E-203585FE8244}" type="sibTrans" cxnId="{24A7E5C3-B54B-4DF2-8B73-0A88F3EB4070}">
      <dgm:prSet/>
      <dgm:spPr/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6371ED9D-4AE7-44F3-8BCE-C936BF4BA99F}" type="presOf" srcId="{62F1AA66-C25A-4E90-9F94-A2481F187857}" destId="{54FC4CB6-0791-48D3-B2C5-2E99B8AFCFF7}" srcOrd="0" destOrd="2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771AC4C3-43B6-4708-AF74-1C09D131840F}" type="presOf" srcId="{62F1AA66-C25A-4E90-9F94-A2481F187857}" destId="{52D125D2-FCA7-4A2D-AB39-B6BD54F251F2}" srcOrd="1" destOrd="2" presId="urn:microsoft.com/office/officeart/2005/8/layout/vList4"/>
    <dgm:cxn modelId="{24A7E5C3-B54B-4DF2-8B73-0A88F3EB4070}" srcId="{78BFB295-8F5D-4286-B72B-79142F8F0E13}" destId="{62F1AA66-C25A-4E90-9F94-A2481F187857}" srcOrd="1" destOrd="0" parTransId="{7F4727AC-1BDA-4A7C-9217-23F0312BC14B}" sibTransId="{C526E7B5-A8A2-4E42-843E-203585FE8244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 dirty="0"/>
            <a:t>Benjamín Alejandro Bravo Rivadeneira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Gestor de proyectos y Líder del proyecto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Tener los documentos, ayudar y guiar al equipo</a:t>
          </a:r>
          <a:endParaRPr lang="es-CL" sz="20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600" kern="1200" dirty="0"/>
            <a:t>Nombre de estudiante</a:t>
          </a:r>
          <a:endParaRPr lang="es-CL" sz="26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Cargo</a:t>
          </a:r>
          <a:endParaRPr lang="es-CL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 dirty="0"/>
            <a:t>Funciones desempeñadas</a:t>
          </a:r>
          <a:endParaRPr lang="es-CL" sz="2000" kern="1200" dirty="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“I</a:t>
            </a:r>
            <a:r>
              <a:rPr lang="es-CL" sz="4400" b="1" i="0" dirty="0" err="1">
                <a:effectLst/>
              </a:rPr>
              <a:t>nclushop</a:t>
            </a:r>
            <a:r>
              <a:rPr lang="es-CL" sz="4400" b="1" i="0" dirty="0">
                <a:effectLst/>
              </a:rPr>
              <a:t> : Herramientas para un </a:t>
            </a:r>
          </a:p>
          <a:p>
            <a:pPr algn="ctr"/>
            <a:r>
              <a:rPr lang="es-CL" sz="4400" b="1" i="0" dirty="0">
                <a:effectLst/>
              </a:rPr>
              <a:t>E-</a:t>
            </a:r>
            <a:r>
              <a:rPr lang="es-CL" sz="4400" b="1" i="0" dirty="0" err="1">
                <a:effectLst/>
              </a:rPr>
              <a:t>commerce</a:t>
            </a:r>
            <a:r>
              <a:rPr lang="es-CL" sz="4400" b="1" i="0" dirty="0">
                <a:effectLst/>
              </a:rPr>
              <a:t> inclusivo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2565903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MX" dirty="0"/>
              <a:t>El proyecto busca desarrollar una plataforma de comercio electrónico inclusiva, que permita a personas con discapacidad visual o dificultades motrices navegar y comprar productos usando comandos de voz y narración automática. Además, contará con un asistente virtual para guiar el proceso de compra.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Nuestra propuesta de solución es un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Descripción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Descripción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342</Words>
  <Application>Microsoft Office PowerPoint</Application>
  <PresentationFormat>Panorámica</PresentationFormat>
  <Paragraphs>129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BENJAMIN . BRAVO RIVADENEIRA</cp:lastModifiedBy>
  <cp:revision>2</cp:revision>
  <dcterms:created xsi:type="dcterms:W3CDTF">2023-10-28T21:12:11Z</dcterms:created>
  <dcterms:modified xsi:type="dcterms:W3CDTF">2025-11-17T20:41:57Z</dcterms:modified>
</cp:coreProperties>
</file>